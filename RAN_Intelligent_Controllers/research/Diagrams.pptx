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3" r:id="rId5"/>
    <p:sldId id="264" r:id="rId6"/>
    <p:sldId id="265" r:id="rId7"/>
    <p:sldId id="259" r:id="rId8"/>
    <p:sldId id="261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F2F2F2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93" autoAdjust="0"/>
    <p:restoredTop sz="94660"/>
  </p:normalViewPr>
  <p:slideViewPr>
    <p:cSldViewPr snapToGrid="0">
      <p:cViewPr>
        <p:scale>
          <a:sx n="125" d="100"/>
          <a:sy n="125" d="100"/>
        </p:scale>
        <p:origin x="-739" y="-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2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6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5" Type="http://schemas.openxmlformats.org/officeDocument/2006/relationships/image" Target="../media/image28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37AE9EC-B476-11AD-7BE2-0D56AF3945BE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741AD84D-B1A3-9C27-B906-C7D6270533F0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FC2D553-68D7-15E4-624E-B769E1CCDB30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33E3A0D-5D50-B8ED-78D7-557C25CFA0AF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A0D4E12-3FC9-6E87-DF0E-6D25592C3931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2AD042C8-D8C8-686C-04E3-C1DA9627FCD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7F1E941-3E13-49C5-7690-78ACF6050DEF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404898D3-6C70-464B-8171-22EBA9BA462E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115" name="Oval 114">
                      <a:extLst>
                        <a:ext uri="{FF2B5EF4-FFF2-40B4-BE49-F238E27FC236}">
                          <a16:creationId xmlns:a16="http://schemas.microsoft.com/office/drawing/2014/main" id="{A4F59B52-4707-44C3-A7FB-893C92767A45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7" name="Oval 116">
                      <a:extLst>
                        <a:ext uri="{FF2B5EF4-FFF2-40B4-BE49-F238E27FC236}">
                          <a16:creationId xmlns:a16="http://schemas.microsoft.com/office/drawing/2014/main" id="{6AE6F000-4645-4D6E-B014-5F446A29015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" name="Oval 118">
                      <a:extLst>
                        <a:ext uri="{FF2B5EF4-FFF2-40B4-BE49-F238E27FC236}">
                          <a16:creationId xmlns:a16="http://schemas.microsoft.com/office/drawing/2014/main" id="{D5F18A58-7DC6-478B-AD16-813A33502DD2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1F3106DC-80E8-FB39-EE47-D21D07164908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3" name="Rectangle: Rounded Corners 2">
                      <a:extLst>
                        <a:ext uri="{FF2B5EF4-FFF2-40B4-BE49-F238E27FC236}">
                          <a16:creationId xmlns:a16="http://schemas.microsoft.com/office/drawing/2014/main" id="{676FA5F0-9072-6328-5AD3-0AA5C4AC01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D9774F6E-6E79-9D5C-73CD-F37E2DAA19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7" name="Group 6">
                    <a:extLst>
                      <a:ext uri="{FF2B5EF4-FFF2-40B4-BE49-F238E27FC236}">
                        <a16:creationId xmlns:a16="http://schemas.microsoft.com/office/drawing/2014/main" id="{A3472C23-380D-F6B9-4577-FCC39ACC3639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5" name="Rectangle: Rounded Corners 4">
                      <a:extLst>
                        <a:ext uri="{FF2B5EF4-FFF2-40B4-BE49-F238E27FC236}">
                          <a16:creationId xmlns:a16="http://schemas.microsoft.com/office/drawing/2014/main" id="{93AA82A3-42FB-C756-FA83-779EA158E1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6" name="TextBox 5">
                      <a:extLst>
                        <a:ext uri="{FF2B5EF4-FFF2-40B4-BE49-F238E27FC236}">
                          <a16:creationId xmlns:a16="http://schemas.microsoft.com/office/drawing/2014/main" id="{728182E5-8037-AF99-606B-1CBB93A73E3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13B2248C-E438-FBC9-EDBF-1D9B2A1601B0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176" name="TextBox 175">
                  <a:extLst>
                    <a:ext uri="{FF2B5EF4-FFF2-40B4-BE49-F238E27FC236}">
                      <a16:creationId xmlns:a16="http://schemas.microsoft.com/office/drawing/2014/main" id="{A0649D89-E505-22A1-9F9B-838D485FC1C7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3AF03B5-ABEE-6A9E-0665-4E76E054C4D7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3561E3-B989-B4E1-7890-4F36A45A1188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DAB8416-3004-A7E9-975D-2AD8061A2F2A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8919BBE-89B4-C169-F885-E2C41B5D3829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CE0C6DFE-1B4A-CDD8-414E-2C8F06CF267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6790A086-C9BB-9F22-01C8-627725552182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109BC3B5-7515-6387-B152-338A0545A48A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0F7E4327-3B24-A579-20DC-4E04FBE9762A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65CC17AB-E282-B165-2260-E04A0D47220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3" name="Oval 22">
                      <a:extLst>
                        <a:ext uri="{FF2B5EF4-FFF2-40B4-BE49-F238E27FC236}">
                          <a16:creationId xmlns:a16="http://schemas.microsoft.com/office/drawing/2014/main" id="{6AAF88ED-F440-9178-BA85-686FF7B57F3E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14" name="Group 13">
                    <a:extLst>
                      <a:ext uri="{FF2B5EF4-FFF2-40B4-BE49-F238E27FC236}">
                        <a16:creationId xmlns:a16="http://schemas.microsoft.com/office/drawing/2014/main" id="{49F32863-BFC1-757F-5B01-BAC1A230BA39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19" name="Rectangle: Rounded Corners 18">
                      <a:extLst>
                        <a:ext uri="{FF2B5EF4-FFF2-40B4-BE49-F238E27FC236}">
                          <a16:creationId xmlns:a16="http://schemas.microsoft.com/office/drawing/2014/main" id="{DD049208-FC03-CA31-F96B-4B622E9F56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7156A02F-6D01-C389-75B6-745AC5F214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16" name="Group 15">
                    <a:extLst>
                      <a:ext uri="{FF2B5EF4-FFF2-40B4-BE49-F238E27FC236}">
                        <a16:creationId xmlns:a16="http://schemas.microsoft.com/office/drawing/2014/main" id="{12A7027B-5E3A-EC2D-BCB4-EDA5D1C0BEC8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17" name="Rectangle: Rounded Corners 16">
                      <a:extLst>
                        <a:ext uri="{FF2B5EF4-FFF2-40B4-BE49-F238E27FC236}">
                          <a16:creationId xmlns:a16="http://schemas.microsoft.com/office/drawing/2014/main" id="{10ABB812-6101-B7BC-B307-C5F721932C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2DE4C59-4701-798A-7ABE-6AB0F969D9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4177930-97C0-441E-8A21-12674904E42B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B67B94F-0D31-8E06-4AAC-5F5BF5274CC6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337A69A-A57E-6292-9DC1-C5BEEF046218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0474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592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873989" y="2167447"/>
              <a:chExt cx="2860204" cy="52322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1"/>
                <a:ext cx="2787151" cy="5027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962221" y="4222565"/>
              <a:chExt cx="2860204" cy="523220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9"/>
                <a:ext cx="2787151" cy="502746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</TotalTime>
  <Words>754</Words>
  <Application>Microsoft Office PowerPoint</Application>
  <PresentationFormat>Widescreen</PresentationFormat>
  <Paragraphs>247</Paragraphs>
  <Slides>9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98</cp:revision>
  <dcterms:created xsi:type="dcterms:W3CDTF">2025-03-21T23:15:08Z</dcterms:created>
  <dcterms:modified xsi:type="dcterms:W3CDTF">2025-08-22T15:19:03Z</dcterms:modified>
</cp:coreProperties>
</file>