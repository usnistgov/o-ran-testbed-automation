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0E00"/>
    <a:srgbClr val="FF7B61"/>
    <a:srgbClr val="FF6600"/>
    <a:srgbClr val="3A3A3A"/>
    <a:srgbClr val="262626"/>
    <a:srgbClr val="0D1117"/>
    <a:srgbClr val="F2F2F2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8" autoAdjust="0"/>
    <p:restoredTop sz="94660"/>
  </p:normalViewPr>
  <p:slideViewPr>
    <p:cSldViewPr snapToGrid="0">
      <p:cViewPr>
        <p:scale>
          <a:sx n="66" d="100"/>
          <a:sy n="66" d="100"/>
        </p:scale>
        <p:origin x="1166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6217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RC</a:t>
                </a:r>
                <a:b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KPI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6217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RC</a:t>
                </a:r>
                <a:b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KPI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277176F-FC8F-52B9-D803-65D9E27547F1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137" idx="1"/>
            </p:cNvCxnSpPr>
            <p:nvPr/>
          </p:nvCxnSpPr>
          <p:spPr>
            <a:xfrm>
              <a:off x="5943801" y="3107001"/>
              <a:ext cx="554158" cy="139732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47296"/>
              <a:chOff x="7063677" y="4951549"/>
              <a:chExt cx="2302213" cy="6472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910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137" idx="3"/>
              <a:endCxn id="315" idx="1"/>
            </p:cNvCxnSpPr>
            <p:nvPr/>
          </p:nvCxnSpPr>
          <p:spPr>
            <a:xfrm>
              <a:off x="8737209" y="3246733"/>
              <a:ext cx="639701" cy="2770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137" idx="1"/>
            </p:cNvCxnSpPr>
            <p:nvPr/>
          </p:nvCxnSpPr>
          <p:spPr>
            <a:xfrm>
              <a:off x="5943801" y="2493651"/>
              <a:ext cx="554158" cy="75308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139" idx="1"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137" idx="1"/>
            </p:cNvCxnSpPr>
            <p:nvPr/>
          </p:nvCxnSpPr>
          <p:spPr>
            <a:xfrm flipV="1">
              <a:off x="5817331" y="3246733"/>
              <a:ext cx="680628" cy="3122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139" idx="1"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7F0217C1-27AC-0AE9-0AB2-B6739AA10A59}"/>
                </a:ext>
              </a:extLst>
            </p:cNvPr>
            <p:cNvGrpSpPr/>
            <p:nvPr/>
          </p:nvGrpSpPr>
          <p:grpSpPr>
            <a:xfrm>
              <a:off x="6497959" y="3084878"/>
              <a:ext cx="2239250" cy="930533"/>
              <a:chOff x="6696060" y="5146289"/>
              <a:chExt cx="2239250" cy="930533"/>
            </a:xfrm>
          </p:grpSpPr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10760A10-5230-083D-FCAE-497AD888B029}"/>
                  </a:ext>
                </a:extLst>
              </p:cNvPr>
              <p:cNvGrpSpPr/>
              <p:nvPr/>
            </p:nvGrpSpPr>
            <p:grpSpPr>
              <a:xfrm>
                <a:off x="6696060" y="5146289"/>
                <a:ext cx="2239250" cy="618690"/>
                <a:chOff x="6808092" y="5153909"/>
                <a:chExt cx="2239250" cy="618690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841B9809-A189-561B-4300-1452E248F236}"/>
                    </a:ext>
                  </a:extLst>
                </p:cNvPr>
                <p:cNvGrpSpPr/>
                <p:nvPr/>
              </p:nvGrpSpPr>
              <p:grpSpPr>
                <a:xfrm>
                  <a:off x="6808092" y="5153909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141" name="Rectangle: Rounded Corners 140">
                    <a:extLst>
                      <a:ext uri="{FF2B5EF4-FFF2-40B4-BE49-F238E27FC236}">
                        <a16:creationId xmlns:a16="http://schemas.microsoft.com/office/drawing/2014/main" id="{3F2A5807-4769-53A4-4C75-D528398D2568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>
                      <a:lumMod val="85000"/>
                    </a:schemeClr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2" name="Rectangle: Top Corners Rounded 141">
                    <a:extLst>
                      <a:ext uri="{FF2B5EF4-FFF2-40B4-BE49-F238E27FC236}">
                        <a16:creationId xmlns:a16="http://schemas.microsoft.com/office/drawing/2014/main" id="{BFBE2C83-3F94-BEC1-509A-666E953B5AE3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3" name="Rectangle: Rounded Corners 142">
                    <a:extLst>
                      <a:ext uri="{FF2B5EF4-FFF2-40B4-BE49-F238E27FC236}">
                        <a16:creationId xmlns:a16="http://schemas.microsoft.com/office/drawing/2014/main" id="{BE57BFF5-2C67-F628-A5CE-99608F010250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8E4086BF-90AE-16D0-B4BD-62589545315F}"/>
                    </a:ext>
                  </a:extLst>
                </p:cNvPr>
                <p:cNvSpPr txBox="1"/>
                <p:nvPr/>
              </p:nvSpPr>
              <p:spPr>
                <a:xfrm>
                  <a:off x="6808092" y="5161875"/>
                  <a:ext cx="22392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: Near-RT RIC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BFB5C70-1560-E4FD-6B36-6B68117B7EA6}"/>
                    </a:ext>
                  </a:extLst>
                </p:cNvPr>
                <p:cNvSpPr txBox="1"/>
                <p:nvPr/>
              </p:nvSpPr>
              <p:spPr>
                <a:xfrm>
                  <a:off x="6808092" y="5464822"/>
                  <a:ext cx="22392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Mosaic5G : FlexRIC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6324A6E-ABC2-1C25-09F7-5897B7BD58DD}"/>
                  </a:ext>
                </a:extLst>
              </p:cNvPr>
              <p:cNvSpPr txBox="1"/>
              <p:nvPr/>
            </p:nvSpPr>
            <p:spPr>
              <a:xfrm>
                <a:off x="6696060" y="5769045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22182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85DB30F-01F0-302E-005C-3A0C3D22E960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  <a:endCxn id="35" idx="1"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16BC739-B35F-85FE-983B-5189F671AA40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47296"/>
              <a:chOff x="7063677" y="4951549"/>
              <a:chExt cx="2302213" cy="647296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94C82875-16D7-328F-D44F-2C1A08F28D46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E3E5506D-785E-C802-0B5C-83BCF4D57BC8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6BD8DC3-F519-6540-99EC-9071E4B84D62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</p:txBody>
            </p:sp>
          </p:grp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4615E0D-4553-284E-CE2D-CF14F759AE84}"/>
                  </a:ext>
                </a:extLst>
              </p:cNvPr>
              <p:cNvSpPr txBox="1"/>
              <p:nvPr/>
            </p:nvSpPr>
            <p:spPr>
              <a:xfrm>
                <a:off x="7126641" y="52910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35" idx="3"/>
              <a:endCxn id="30" idx="1"/>
            </p:cNvCxnSpPr>
            <p:nvPr/>
          </p:nvCxnSpPr>
          <p:spPr>
            <a:xfrm>
              <a:off x="8737209" y="3256258"/>
              <a:ext cx="639701" cy="26755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  <a:endCxn id="35" idx="1"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  <a:endCxn id="36" idx="1"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  <a:endCxn id="35" idx="1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  <a:endCxn id="36" idx="1"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962221" y="4222565"/>
              <a:chExt cx="2860204" cy="738664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8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65363D5-40A1-F6AF-3318-E7F22DE660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814021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726D8C5-614D-56A4-C7DA-2AE1FE738FC2}"/>
                </a:ext>
              </a:extLst>
            </p:cNvPr>
            <p:cNvGrpSpPr/>
            <p:nvPr/>
          </p:nvGrpSpPr>
          <p:grpSpPr>
            <a:xfrm>
              <a:off x="6497959" y="3084878"/>
              <a:ext cx="2239250" cy="930533"/>
              <a:chOff x="6696060" y="5146289"/>
              <a:chExt cx="2239250" cy="930533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820554D9-5169-E86E-F3E1-6FD7B1FB0948}"/>
                  </a:ext>
                </a:extLst>
              </p:cNvPr>
              <p:cNvGrpSpPr/>
              <p:nvPr/>
            </p:nvGrpSpPr>
            <p:grpSpPr>
              <a:xfrm>
                <a:off x="6696060" y="5146289"/>
                <a:ext cx="2239250" cy="618690"/>
                <a:chOff x="6808092" y="5153909"/>
                <a:chExt cx="2239250" cy="618690"/>
              </a:xfrm>
            </p:grpSpPr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0E46935C-6F39-D19A-CFCF-D62A86034828}"/>
                    </a:ext>
                  </a:extLst>
                </p:cNvPr>
                <p:cNvGrpSpPr/>
                <p:nvPr/>
              </p:nvGrpSpPr>
              <p:grpSpPr>
                <a:xfrm>
                  <a:off x="6808092" y="5153909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37" name="Rectangle: Rounded Corners 36">
                    <a:extLst>
                      <a:ext uri="{FF2B5EF4-FFF2-40B4-BE49-F238E27FC236}">
                        <a16:creationId xmlns:a16="http://schemas.microsoft.com/office/drawing/2014/main" id="{2B8A2F6C-2A67-260F-6F24-A4C6D93DEC79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rgbClr val="262626"/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8" name="Rectangle: Top Corners Rounded 37">
                    <a:extLst>
                      <a:ext uri="{FF2B5EF4-FFF2-40B4-BE49-F238E27FC236}">
                        <a16:creationId xmlns:a16="http://schemas.microsoft.com/office/drawing/2014/main" id="{DF0159E4-F128-74A1-8A96-41E2DB712167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rgbClr val="3A3A3A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" name="Rectangle: Rounded Corners 38">
                    <a:extLst>
                      <a:ext uri="{FF2B5EF4-FFF2-40B4-BE49-F238E27FC236}">
                        <a16:creationId xmlns:a16="http://schemas.microsoft.com/office/drawing/2014/main" id="{B5C5DF2A-4F80-58F0-7F14-9A6CAA7EA5E2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DB1D612-0DA6-DFDD-7974-3E9354FCC1D8}"/>
                    </a:ext>
                  </a:extLst>
                </p:cNvPr>
                <p:cNvSpPr txBox="1"/>
                <p:nvPr/>
              </p:nvSpPr>
              <p:spPr>
                <a:xfrm>
                  <a:off x="6808092" y="5171400"/>
                  <a:ext cx="22392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: Near-RT RIC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9F749793-5D51-05F0-271A-74342A22925C}"/>
                    </a:ext>
                  </a:extLst>
                </p:cNvPr>
                <p:cNvSpPr txBox="1"/>
                <p:nvPr/>
              </p:nvSpPr>
              <p:spPr>
                <a:xfrm>
                  <a:off x="6808092" y="5464822"/>
                  <a:ext cx="22392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Mosaic5G : FlexRIC</a:t>
                  </a:r>
                </a:p>
              </p:txBody>
            </p: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6B54E29-6558-EF44-CA43-59C6ECE36CDF}"/>
                  </a:ext>
                </a:extLst>
              </p:cNvPr>
              <p:cNvSpPr txBox="1"/>
              <p:nvPr/>
            </p:nvSpPr>
            <p:spPr>
              <a:xfrm>
                <a:off x="6696060" y="5769045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22182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371</Words>
  <Application>Microsoft Office PowerPoint</Application>
  <PresentationFormat>Widescreen</PresentationFormat>
  <Paragraphs>125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47</cp:revision>
  <dcterms:created xsi:type="dcterms:W3CDTF">2025-03-21T23:15:08Z</dcterms:created>
  <dcterms:modified xsi:type="dcterms:W3CDTF">2025-04-04T00:48:43Z</dcterms:modified>
</cp:coreProperties>
</file>