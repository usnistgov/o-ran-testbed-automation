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58" r:id="rId3"/>
    <p:sldId id="270" r:id="rId4"/>
    <p:sldId id="27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262626"/>
    <a:srgbClr val="0D1117"/>
    <a:srgbClr val="F2F2F2"/>
    <a:srgbClr val="FF7B61"/>
    <a:srgbClr val="C40E00"/>
    <a:srgbClr val="FF6600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97" autoAdjust="0"/>
    <p:restoredTop sz="94660"/>
  </p:normalViewPr>
  <p:slideViewPr>
    <p:cSldViewPr snapToGrid="0">
      <p:cViewPr>
        <p:scale>
          <a:sx n="125" d="100"/>
          <a:sy n="125" d="100"/>
        </p:scale>
        <p:origin x="3840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34B10-6BE2-DDE4-0921-56E9F6A48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2637F0BA-D326-931D-5858-7771587A6EC4}"/>
              </a:ext>
            </a:extLst>
          </p:cNvPr>
          <p:cNvGrpSpPr/>
          <p:nvPr/>
        </p:nvGrpSpPr>
        <p:grpSpPr>
          <a:xfrm>
            <a:off x="2008561" y="1641915"/>
            <a:ext cx="8148856" cy="3557833"/>
            <a:chOff x="2008561" y="1641915"/>
            <a:chExt cx="8148856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0614AD0A-4522-93FF-6A28-19E268C54C5C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AE003259-7600-E504-CA3C-45658A1D3C60}"/>
                </a:ext>
              </a:extLst>
            </p:cNvPr>
            <p:cNvGrpSpPr/>
            <p:nvPr/>
          </p:nvGrpSpPr>
          <p:grpSpPr>
            <a:xfrm>
              <a:off x="6788425" y="1749715"/>
              <a:ext cx="3309670" cy="1432634"/>
              <a:chOff x="4583028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EF60C0F4-52C4-9738-40DC-518B0A7C197E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010C11B1-7540-CD7F-EE82-E4AF2B261BF1}"/>
                  </a:ext>
                </a:extLst>
              </p:cNvPr>
              <p:cNvGrpSpPr/>
              <p:nvPr/>
            </p:nvGrpSpPr>
            <p:grpSpPr>
              <a:xfrm>
                <a:off x="4583028" y="2611103"/>
                <a:ext cx="3309670" cy="481661"/>
                <a:chOff x="4691340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C8D0965C-A620-F621-9868-A7644BAB7ECF}"/>
                    </a:ext>
                  </a:extLst>
                </p:cNvPr>
                <p:cNvSpPr txBox="1"/>
                <p:nvPr/>
              </p:nvSpPr>
              <p:spPr>
                <a:xfrm>
                  <a:off x="4691340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07B8609D-259D-C105-4B06-C00BF3F3FE5C}"/>
                    </a:ext>
                  </a:extLst>
                </p:cNvPr>
                <p:cNvSpPr txBox="1"/>
                <p:nvPr/>
              </p:nvSpPr>
              <p:spPr>
                <a:xfrm>
                  <a:off x="5388981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FD9B6E5-7E97-70BF-39B6-1F87E31AF9A7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97224A4C-CF33-6E82-3D94-BCA348DEDCF7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386D7656-0F1F-6FD8-CF8D-FA67F52437DC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415198F1-6858-9162-A745-12365AA1F713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64A3D375-3DA5-9A82-094F-1C90CF0DE148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93C861BC-367F-0A17-C162-028BBB7E157A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D652DD24-CDB1-4D10-666D-473C222B25DC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5277B5BA-615C-5737-E9D8-342854CC268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23C307BE-3202-A234-F88C-47DC2ED93A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A9B90A8D-E1C0-69B9-8B17-1842EDB25A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FACB33C4-4DD3-3537-5CC7-D1D25672FF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E342B541-F3EC-5218-4138-1FFF0B9888F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5CC95EB-69C7-31B8-040F-B0005938C2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AEDCEE1D-D82E-7AF9-BADE-57B78FF0A8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094807C-5F16-DBD2-ABE8-BB31FD412A2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A643CB78-4E32-8A61-2B45-CF69ADD84E4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72BA2D59-557A-C41F-36DE-23B7DBA8619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43F98100-AAF3-A536-CC6F-86AF63FC481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2565DCE-C91F-14EE-9807-9EC8C26FFE40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(OAI)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</p:txBody>
          </p: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543EBD7F-8BC0-F4AF-B72F-A49E02775213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1694182"/>
              <a:chOff x="3351330" y="2239026"/>
              <a:chExt cx="2953942" cy="1694182"/>
            </a:xfrm>
          </p:grpSpPr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C9566CE4-3BAA-AB37-3D2E-ACFB4F6E6FEE}"/>
                  </a:ext>
                </a:extLst>
              </p:cNvPr>
              <p:cNvGrpSpPr/>
              <p:nvPr/>
            </p:nvGrpSpPr>
            <p:grpSpPr>
              <a:xfrm>
                <a:off x="3351330" y="2239026"/>
                <a:ext cx="2953942" cy="1128754"/>
                <a:chOff x="3351330" y="2239026"/>
                <a:chExt cx="2953942" cy="1128754"/>
              </a:xfrm>
            </p:grpSpPr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9AEDD0CF-8A9F-E610-7384-3D1B371DDA00}"/>
                    </a:ext>
                  </a:extLst>
                </p:cNvPr>
                <p:cNvSpPr txBox="1"/>
                <p:nvPr/>
              </p:nvSpPr>
              <p:spPr>
                <a:xfrm>
                  <a:off x="4021891" y="306000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Next Generation Node B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685B90E1-9109-97D6-5A72-AF62B8EC117C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834976"/>
                  <a:chOff x="3351330" y="2239026"/>
                  <a:chExt cx="2953942" cy="834976"/>
                </a:xfrm>
              </p:grpSpPr>
              <p:pic>
                <p:nvPicPr>
                  <p:cNvPr id="150" name="Graphic 149" descr="Wi-Fi outline">
                    <a:extLst>
                      <a:ext uri="{FF2B5EF4-FFF2-40B4-BE49-F238E27FC236}">
                        <a16:creationId xmlns:a16="http://schemas.microsoft.com/office/drawing/2014/main" id="{F86C36EC-AB9C-731B-77FA-4E9A61F891C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>
                    <a:off x="3351330" y="2239026"/>
                    <a:ext cx="834976" cy="834975"/>
                  </a:xfrm>
                  <a:prstGeom prst="rect">
                    <a:avLst/>
                  </a:prstGeom>
                </p:spPr>
              </p:pic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EDE05E91-43DE-B886-4425-DF885BB144F8}"/>
                      </a:ext>
                    </a:extLst>
                  </p:cNvPr>
                  <p:cNvGrpSpPr/>
                  <p:nvPr/>
                </p:nvGrpSpPr>
                <p:grpSpPr>
                  <a:xfrm>
                    <a:off x="4021891" y="2347277"/>
                    <a:ext cx="2283381" cy="618690"/>
                    <a:chOff x="4021891" y="2194877"/>
                    <a:chExt cx="2283381" cy="618690"/>
                  </a:xfrm>
                </p:grpSpPr>
                <p:grpSp>
                  <p:nvGrpSpPr>
                    <p:cNvPr id="157" name="Group 156">
                      <a:extLst>
                        <a:ext uri="{FF2B5EF4-FFF2-40B4-BE49-F238E27FC236}">
                          <a16:creationId xmlns:a16="http://schemas.microsoft.com/office/drawing/2014/main" id="{F2B637D4-F06E-1C10-76AC-55AF61886E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21891" y="2194877"/>
                      <a:ext cx="2239249" cy="618690"/>
                      <a:chOff x="4021891" y="2194877"/>
                      <a:chExt cx="2239249" cy="618690"/>
                    </a:xfrm>
                  </p:grpSpPr>
                  <p:sp>
                    <p:nvSpPr>
                      <p:cNvPr id="116" name="Rectangle: Rounded Corners 115">
                        <a:extLst>
                          <a:ext uri="{FF2B5EF4-FFF2-40B4-BE49-F238E27FC236}">
                            <a16:creationId xmlns:a16="http://schemas.microsoft.com/office/drawing/2014/main" id="{04B2F569-8B47-FFB1-6835-95675A38F2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7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154" name="Rectangle: Top Corners Rounded 153">
                        <a:extLst>
                          <a:ext uri="{FF2B5EF4-FFF2-40B4-BE49-F238E27FC236}">
                            <a16:creationId xmlns:a16="http://schemas.microsoft.com/office/drawing/2014/main" id="{F2C3760F-1A26-8F99-FF38-3EC6D5F85DEF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4022672" y="2504431"/>
                        <a:ext cx="2238468" cy="307778"/>
                      </a:xfrm>
                      <a:prstGeom prst="round2SameRect">
                        <a:avLst>
                          <a:gd name="adj1" fmla="val 28674"/>
                          <a:gd name="adj2" fmla="val 0"/>
                        </a:avLst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8" name="Rectangle: Rounded Corners 117">
                        <a:extLst>
                          <a:ext uri="{FF2B5EF4-FFF2-40B4-BE49-F238E27FC236}">
                            <a16:creationId xmlns:a16="http://schemas.microsoft.com/office/drawing/2014/main" id="{457092CA-2966-B5F6-9B98-F1F6F92706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8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158" name="TextBox 157">
                      <a:extLst>
                        <a:ext uri="{FF2B5EF4-FFF2-40B4-BE49-F238E27FC236}">
                          <a16:creationId xmlns:a16="http://schemas.microsoft.com/office/drawing/2014/main" id="{4C779143-B458-A5C7-5AF4-C9E610C3D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202843"/>
                      <a:ext cx="1969403" cy="206243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59" name="Graphic 158">
                      <a:extLst>
                        <a:ext uri="{FF2B5EF4-FFF2-40B4-BE49-F238E27FC236}">
                          <a16:creationId xmlns:a16="http://schemas.microsoft.com/office/drawing/2014/main" id="{47EB4318-16BE-3805-2798-4FBF1201636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96DAC541-7B7A-43D3-8B79-37D633B846F1}">
                          <asvg:svgBlip xmlns:asvg="http://schemas.microsoft.com/office/drawing/2016/SVG/main" r:embed="rId11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34842" y="2215325"/>
                      <a:ext cx="289426" cy="28942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2" name="TextBox 161">
                      <a:extLst>
                        <a:ext uri="{FF2B5EF4-FFF2-40B4-BE49-F238E27FC236}">
                          <a16:creationId xmlns:a16="http://schemas.microsoft.com/office/drawing/2014/main" id="{B89D1264-28C0-F096-0109-94F5F52F94A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505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63" name="Graphic 162">
                      <a:extLst>
                        <a:ext uri="{FF2B5EF4-FFF2-40B4-BE49-F238E27FC236}">
                          <a16:creationId xmlns:a16="http://schemas.microsoft.com/office/drawing/2014/main" id="{25F9F0CA-0720-2072-A64D-C29DFFE43EA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67277" y="2528018"/>
                      <a:ext cx="256990" cy="256990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866FED8A-F96E-DF4B-BAA9-78E78914F62B}"/>
                  </a:ext>
                </a:extLst>
              </p:cNvPr>
              <p:cNvSpPr txBox="1"/>
              <p:nvPr/>
            </p:nvSpPr>
            <p:spPr>
              <a:xfrm>
                <a:off x="4167277" y="3286877"/>
                <a:ext cx="209517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OCUDU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(OAI)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E2 Simulator</a:t>
                </a:r>
              </a:p>
            </p:txBody>
          </p:sp>
        </p:grpSp>
        <p:sp>
          <p:nvSpPr>
            <p:cNvPr id="186" name="Rectangle: Rounded Corners 185">
              <a:extLst>
                <a:ext uri="{FF2B5EF4-FFF2-40B4-BE49-F238E27FC236}">
                  <a16:creationId xmlns:a16="http://schemas.microsoft.com/office/drawing/2014/main" id="{2ABE1094-ECC6-B8A8-4B66-95AE49EA6FFE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9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3B180A49-F11D-190D-0E27-D6D70B07789E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DC129536-C2B7-4DA3-492D-8BD7E3971FC6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51CF1C4A-E6CF-6DEC-B9C9-99C4666537AA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FAA500E9-3DD9-A6B6-791B-3606E086D98F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4A7B6B29-0DA7-E032-4721-E7D4CC8E5C00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601F6530-67FD-3955-4AAE-AB8259209727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73E70FC3-33DB-F71F-3C5B-0F817ADA6565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397A9C2D-DFF1-6646-2360-5F14ECECADB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62A05DA4-B6C8-36F9-8F9E-306684A99075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4196D5D3-D0EC-73E0-35FC-9426907983B6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A4454A94-363D-D860-C436-9D6D85B336F4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48E00EAB-9E4C-1B65-08DF-2C5496B9B3C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F42280FE-43A6-365C-358A-C8554DC640BA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2FE08671-6F43-894C-17E7-D7A2F00653FD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F1289BAE-1D1F-3DE1-018F-B6FC63E30E7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1D07F64-82AD-0D2D-A198-671CB409DB1C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11E2E4B2-0575-7C29-5A70-8AC1D40B0479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A03616DF-9617-C8B7-1C7D-33780E7BBDB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C615CB26-A7A4-DCAA-F86A-18674011737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13228077-5930-C6D4-2459-FE8167A5D591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B3451EF3-FB6A-B622-6351-35764418B70D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531045DF-ADD5-D378-5029-7333D4BDAD97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1845557C-7543-BBF8-D8CE-44146F485F3E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45B98422-8C70-AEC4-6CDE-299E7131477C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CCBF380C-15C9-4705-8F73-76E0467D483F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18D67298-084E-1C66-42D3-0981A488A8BC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DCA1DED8-91A0-4833-5993-32495D364015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990D42A1-D5DC-B9ED-60EE-F8C90E0FDF6F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A87127DE-8C89-9021-6583-581CE6DA3103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017FC8AF-5B2C-E8B4-E03B-1DCB50D958A3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C8B97E36-52B3-ED39-0874-98F7C73F9235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8BFA72EC-FAD5-6350-14E3-28F24BE68C79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8879AE96-B54D-AF88-3E86-82B2ED5BD75A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A3812DBF-61CD-DC0A-9C0D-A532C5A45C03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0FC97C58-D90C-802B-F810-BF5B67B2506C}"/>
                </a:ext>
              </a:extLst>
            </p:cNvPr>
            <p:cNvSpPr txBox="1"/>
            <p:nvPr/>
          </p:nvSpPr>
          <p:spPr>
            <a:xfrm>
              <a:off x="7603208" y="379331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BF925D7-7171-122A-6DD5-FAC63B5FD3FC}"/>
                </a:ext>
              </a:extLst>
            </p:cNvPr>
            <p:cNvCxnSpPr>
              <a:stCxn id="116" idx="3"/>
              <a:endCxn id="186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BE782F-3003-C6D1-EA4D-E740895CCFD1}"/>
                </a:ext>
              </a:extLst>
            </p:cNvPr>
            <p:cNvGrpSpPr/>
            <p:nvPr/>
          </p:nvGrpSpPr>
          <p:grpSpPr>
            <a:xfrm>
              <a:off x="8470803" y="3511704"/>
              <a:ext cx="1565803" cy="618689"/>
              <a:chOff x="8470803" y="3511704"/>
              <a:chExt cx="1565803" cy="618689"/>
            </a:xfrm>
          </p:grpSpPr>
          <p:sp>
            <p:nvSpPr>
              <p:cNvPr id="207" name="Rectangle: Rounded Corners 206">
                <a:extLst>
                  <a:ext uri="{FF2B5EF4-FFF2-40B4-BE49-F238E27FC236}">
                    <a16:creationId xmlns:a16="http://schemas.microsoft.com/office/drawing/2014/main" id="{450964B0-930D-CCE0-9BAF-D2E05A9F5914}"/>
                  </a:ext>
                </a:extLst>
              </p:cNvPr>
              <p:cNvSpPr/>
              <p:nvPr/>
            </p:nvSpPr>
            <p:spPr>
              <a:xfrm>
                <a:off x="8470803" y="3511704"/>
                <a:ext cx="1565803" cy="618689"/>
              </a:xfrm>
              <a:prstGeom prst="roundRect">
                <a:avLst>
                  <a:gd name="adj" fmla="val 12974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6618EB8-0A44-5246-1C08-E8D5934D8CF6}"/>
                  </a:ext>
                </a:extLst>
              </p:cNvPr>
              <p:cNvGrpSpPr/>
              <p:nvPr/>
            </p:nvGrpSpPr>
            <p:grpSpPr>
              <a:xfrm>
                <a:off x="8544250" y="3663843"/>
                <a:ext cx="1430022" cy="310703"/>
                <a:chOff x="8544250" y="3663843"/>
                <a:chExt cx="1430022" cy="310703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1A4A7F63-9428-9C54-F025-DA35E18BB52C}"/>
                    </a:ext>
                  </a:extLst>
                </p:cNvPr>
                <p:cNvGrpSpPr/>
                <p:nvPr/>
              </p:nvGrpSpPr>
              <p:grpSpPr>
                <a:xfrm>
                  <a:off x="9877010" y="3808956"/>
                  <a:ext cx="97262" cy="20476"/>
                  <a:chOff x="10423398" y="4210335"/>
                  <a:chExt cx="97262" cy="20476"/>
                </a:xfrm>
              </p:grpSpPr>
              <p:sp>
                <p:nvSpPr>
                  <p:cNvPr id="115" name="Oval 114">
                    <a:extLst>
                      <a:ext uri="{FF2B5EF4-FFF2-40B4-BE49-F238E27FC236}">
                        <a16:creationId xmlns:a16="http://schemas.microsoft.com/office/drawing/2014/main" id="{B1A2696D-500D-0A6C-0D03-918DCDDC62A6}"/>
                      </a:ext>
                    </a:extLst>
                  </p:cNvPr>
                  <p:cNvSpPr/>
                  <p:nvPr/>
                </p:nvSpPr>
                <p:spPr>
                  <a:xfrm flipV="1">
                    <a:off x="10423398" y="4210335"/>
                    <a:ext cx="20476" cy="20476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" name="Oval 116">
                    <a:extLst>
                      <a:ext uri="{FF2B5EF4-FFF2-40B4-BE49-F238E27FC236}">
                        <a16:creationId xmlns:a16="http://schemas.microsoft.com/office/drawing/2014/main" id="{CC772C2A-767C-EA01-78AE-F96977BB681E}"/>
                      </a:ext>
                    </a:extLst>
                  </p:cNvPr>
                  <p:cNvSpPr/>
                  <p:nvPr/>
                </p:nvSpPr>
                <p:spPr>
                  <a:xfrm flipV="1">
                    <a:off x="10461791" y="4210335"/>
                    <a:ext cx="20476" cy="20476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" name="Oval 118">
                    <a:extLst>
                      <a:ext uri="{FF2B5EF4-FFF2-40B4-BE49-F238E27FC236}">
                        <a16:creationId xmlns:a16="http://schemas.microsoft.com/office/drawing/2014/main" id="{A3FCB6E3-1292-8438-B3BB-B8337E929420}"/>
                      </a:ext>
                    </a:extLst>
                  </p:cNvPr>
                  <p:cNvSpPr/>
                  <p:nvPr/>
                </p:nvSpPr>
                <p:spPr>
                  <a:xfrm flipV="1">
                    <a:off x="10500184" y="4210335"/>
                    <a:ext cx="20476" cy="20476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F8E13138-047D-D5AF-6FA4-730BEDA737DD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655258" cy="310703"/>
                  <a:chOff x="8483290" y="3660903"/>
                  <a:chExt cx="655258" cy="310703"/>
                </a:xfrm>
              </p:grpSpPr>
              <p:sp>
                <p:nvSpPr>
                  <p:cNvPr id="3" name="Rectangle: Rounded Corners 2">
                    <a:extLst>
                      <a:ext uri="{FF2B5EF4-FFF2-40B4-BE49-F238E27FC236}">
                        <a16:creationId xmlns:a16="http://schemas.microsoft.com/office/drawing/2014/main" id="{DC34C81B-0305-46CD-F9C4-826E28186BCD}"/>
                      </a:ext>
                    </a:extLst>
                  </p:cNvPr>
                  <p:cNvSpPr/>
                  <p:nvPr/>
                </p:nvSpPr>
                <p:spPr>
                  <a:xfrm>
                    <a:off x="8515444" y="366090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" name="TextBox 3">
                    <a:extLst>
                      <a:ext uri="{FF2B5EF4-FFF2-40B4-BE49-F238E27FC236}">
                        <a16:creationId xmlns:a16="http://schemas.microsoft.com/office/drawing/2014/main" id="{348BC2BF-B84B-E3B6-35EF-5C0866F96D3D}"/>
                      </a:ext>
                    </a:extLst>
                  </p:cNvPr>
                  <p:cNvSpPr txBox="1"/>
                  <p:nvPr/>
                </p:nvSpPr>
                <p:spPr>
                  <a:xfrm>
                    <a:off x="8483290" y="366138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UPF</a:t>
                    </a: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1A64A0FD-A5E5-D5F3-1CAB-E578630CB933}"/>
                    </a:ext>
                  </a:extLst>
                </p:cNvPr>
                <p:cNvGrpSpPr/>
                <p:nvPr/>
              </p:nvGrpSpPr>
              <p:grpSpPr>
                <a:xfrm>
                  <a:off x="9189714" y="3663843"/>
                  <a:ext cx="655258" cy="310703"/>
                  <a:chOff x="9128754" y="3666783"/>
                  <a:chExt cx="655258" cy="310703"/>
                </a:xfrm>
              </p:grpSpPr>
              <p:sp>
                <p:nvSpPr>
                  <p:cNvPr id="5" name="Rectangle: Rounded Corners 4">
                    <a:extLst>
                      <a:ext uri="{FF2B5EF4-FFF2-40B4-BE49-F238E27FC236}">
                        <a16:creationId xmlns:a16="http://schemas.microsoft.com/office/drawing/2014/main" id="{BC1EAB85-D75F-08EF-1093-E64DEBD75018}"/>
                      </a:ext>
                    </a:extLst>
                  </p:cNvPr>
                  <p:cNvSpPr/>
                  <p:nvPr/>
                </p:nvSpPr>
                <p:spPr>
                  <a:xfrm>
                    <a:off x="9160908" y="366678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D4229715-6AFF-2E41-69E6-DA72189E21A1}"/>
                      </a:ext>
                    </a:extLst>
                  </p:cNvPr>
                  <p:cNvSpPr txBox="1"/>
                  <p:nvPr/>
                </p:nvSpPr>
                <p:spPr>
                  <a:xfrm>
                    <a:off x="9128754" y="366726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AMF</a:t>
                    </a:r>
                  </a:p>
                </p:txBody>
              </p:sp>
            </p:grpSp>
          </p:grp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B0B699B-CBB2-1144-87BD-9EC09572D482}"/>
                </a:ext>
              </a:extLst>
            </p:cNvPr>
            <p:cNvGrpSpPr/>
            <p:nvPr/>
          </p:nvGrpSpPr>
          <p:grpSpPr>
            <a:xfrm>
              <a:off x="8468250" y="4109945"/>
              <a:ext cx="1653015" cy="1059453"/>
              <a:chOff x="8468250" y="4134989"/>
              <a:chExt cx="1653015" cy="1076072"/>
            </a:xfrm>
          </p:grpSpPr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A37A3E02-E00E-4E4C-24B9-DE87DE254A2B}"/>
                  </a:ext>
                </a:extLst>
              </p:cNvPr>
              <p:cNvSpPr txBox="1"/>
              <p:nvPr/>
            </p:nvSpPr>
            <p:spPr>
              <a:xfrm>
                <a:off x="8589063" y="4367030"/>
                <a:ext cx="1532202" cy="8440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Open5GCore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4078A0-C9B3-EE91-5200-847FD0169039}"/>
                  </a:ext>
                </a:extLst>
              </p:cNvPr>
              <p:cNvSpPr txBox="1"/>
              <p:nvPr/>
            </p:nvSpPr>
            <p:spPr>
              <a:xfrm>
                <a:off x="8468250" y="4134989"/>
                <a:ext cx="156835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26BF3DA-B90A-5DE9-E13B-54E1D0BB70F6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A1-P, A1-EI</a:t>
              </a:r>
              <a:b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A1-ML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C65E69-40F3-D591-FFF2-046504C33894}"/>
                </a:ext>
              </a:extLst>
            </p:cNvPr>
            <p:cNvSpPr txBox="1"/>
            <p:nvPr/>
          </p:nvSpPr>
          <p:spPr>
            <a:xfrm>
              <a:off x="5462495" y="3236557"/>
              <a:ext cx="107039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E2AP, E2SM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1" name="Connector: Elbow 10">
              <a:extLst>
                <a:ext uri="{FF2B5EF4-FFF2-40B4-BE49-F238E27FC236}">
                  <a16:creationId xmlns:a16="http://schemas.microsoft.com/office/drawing/2014/main" id="{4D82E7A1-98F3-FD79-1066-4E1CF0E43B97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6469218" y="2587933"/>
              <a:ext cx="1106924" cy="737758"/>
            </a:xfrm>
            <a:prstGeom prst="bentConnector2">
              <a:avLst/>
            </a:prstGeom>
            <a:ln w="1270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569B6B9-3D7C-49AE-5735-FC1B9B121F65}"/>
                </a:ext>
              </a:extLst>
            </p:cNvPr>
            <p:cNvSpPr txBox="1"/>
            <p:nvPr/>
          </p:nvSpPr>
          <p:spPr>
            <a:xfrm>
              <a:off x="6661420" y="3236557"/>
              <a:ext cx="107039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O1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561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E21605F-CF72-F7F3-96D5-39FFD8641779}"/>
              </a:ext>
            </a:extLst>
          </p:cNvPr>
          <p:cNvGrpSpPr/>
          <p:nvPr/>
        </p:nvGrpSpPr>
        <p:grpSpPr>
          <a:xfrm>
            <a:off x="2008561" y="1641915"/>
            <a:ext cx="8148856" cy="3557833"/>
            <a:chOff x="2008561" y="1641915"/>
            <a:chExt cx="8148856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0FFBFE9F-4487-F723-E9C3-8E9D6B819A45}"/>
                </a:ext>
              </a:extLst>
            </p:cNvPr>
            <p:cNvSpPr/>
            <p:nvPr/>
          </p:nvSpPr>
          <p:spPr>
            <a:xfrm>
              <a:off x="7388918" y="1749715"/>
              <a:ext cx="2648141" cy="924852"/>
            </a:xfrm>
            <a:prstGeom prst="roundRect">
              <a:avLst>
                <a:gd name="adj" fmla="val 8322"/>
              </a:avLst>
            </a:prstGeom>
            <a:solidFill>
              <a:srgbClr val="262626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34EF4DA-BF0E-CE3A-E425-F1FE25767794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E0FC3736-1AD3-51F7-FF1E-A65B147E173B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399C3882-C87A-011B-0BCD-46C25509AA50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B2146AB4-4D02-128A-EC98-CAF89459C873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19888747-9170-E4AD-78F2-2081289DA324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634D968C-4907-C8AB-1683-500984EDAB8F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100CEE3F-0B1F-51C4-640B-525CC77D17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6FBF2E9F-5D77-9ADE-7152-C81C1A733C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2">
                          <a:lumMod val="2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2226E9FD-9D7F-477B-5597-2AEA05E3F3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87BCEB7F-0233-D2C1-3A52-344B63D9C7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048302D5-242E-EB61-E965-DD80D6F6BC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F24F3AA-FD33-1A2E-0461-D2F1702107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C39D088B-736E-499D-7E43-E5FB7908A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F860B22-AFCA-FBEB-515A-AE4BE6CE5C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617038CE-6DA9-9CAA-9364-7DF6A08B02D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C1D75D05-771C-FCE4-A7D9-F5E220AECA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14C1A9D5-3BE8-3F42-0ADC-45CA9C9FF4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648D526-E6A7-758D-E005-A3FD81A65DAB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(OAI)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</p:txBody>
          </p:sp>
        </p:grpSp>
        <p:grpSp>
          <p:nvGrpSpPr>
            <p:cNvPr id="165" name="Group 164">
              <a:extLst>
                <a:ext uri="{FF2B5EF4-FFF2-40B4-BE49-F238E27FC236}">
                  <a16:creationId xmlns:a16="http://schemas.microsoft.com/office/drawing/2014/main" id="{94B6153A-628D-51A2-53C1-51D9E895F02A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834976"/>
              <a:chOff x="3351330" y="2239026"/>
              <a:chExt cx="2953942" cy="834976"/>
            </a:xfrm>
          </p:grpSpPr>
          <p:pic>
            <p:nvPicPr>
              <p:cNvPr id="150" name="Graphic 149" descr="Wi-Fi outline">
                <a:extLst>
                  <a:ext uri="{FF2B5EF4-FFF2-40B4-BE49-F238E27FC236}">
                    <a16:creationId xmlns:a16="http://schemas.microsoft.com/office/drawing/2014/main" id="{A4384971-E0FA-83AB-3ECA-EA68B5363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rot="16200000" flipH="1">
                <a:off x="3351330" y="2239026"/>
                <a:ext cx="834976" cy="834975"/>
              </a:xfrm>
              <a:prstGeom prst="rect">
                <a:avLst/>
              </a:prstGeom>
            </p:spPr>
          </p:pic>
          <p:grpSp>
            <p:nvGrpSpPr>
              <p:cNvPr id="164" name="Group 163">
                <a:extLst>
                  <a:ext uri="{FF2B5EF4-FFF2-40B4-BE49-F238E27FC236}">
                    <a16:creationId xmlns:a16="http://schemas.microsoft.com/office/drawing/2014/main" id="{FEDF8195-14CB-11B2-B6D5-E25DE2BBA929}"/>
                  </a:ext>
                </a:extLst>
              </p:cNvPr>
              <p:cNvGrpSpPr/>
              <p:nvPr/>
            </p:nvGrpSpPr>
            <p:grpSpPr>
              <a:xfrm>
                <a:off x="4021891" y="2347277"/>
                <a:ext cx="2283381" cy="618690"/>
                <a:chOff x="4021891" y="2194877"/>
                <a:chExt cx="2283381" cy="618690"/>
              </a:xfrm>
            </p:grpSpPr>
            <p:grpSp>
              <p:nvGrpSpPr>
                <p:cNvPr id="157" name="Group 156">
                  <a:extLst>
                    <a:ext uri="{FF2B5EF4-FFF2-40B4-BE49-F238E27FC236}">
                      <a16:creationId xmlns:a16="http://schemas.microsoft.com/office/drawing/2014/main" id="{26375E39-3569-ADBB-F1AE-67A9EF281BC7}"/>
                    </a:ext>
                  </a:extLst>
                </p:cNvPr>
                <p:cNvGrpSpPr/>
                <p:nvPr/>
              </p:nvGrpSpPr>
              <p:grpSpPr>
                <a:xfrm>
                  <a:off x="4021891" y="2194877"/>
                  <a:ext cx="2239249" cy="618690"/>
                  <a:chOff x="4021891" y="2194877"/>
                  <a:chExt cx="2239249" cy="618690"/>
                </a:xfrm>
              </p:grpSpPr>
              <p:sp>
                <p:nvSpPr>
                  <p:cNvPr id="116" name="Rectangle: Rounded Corners 115">
                    <a:extLst>
                      <a:ext uri="{FF2B5EF4-FFF2-40B4-BE49-F238E27FC236}">
                        <a16:creationId xmlns:a16="http://schemas.microsoft.com/office/drawing/2014/main" id="{763E022C-45EC-17F5-4D28-50ED4E68B3D8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7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2">
                      <a:lumMod val="25000"/>
                    </a:schemeClr>
                  </a:solidFill>
                  <a:ln w="285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54" name="Rectangle: Top Corners Rounded 153">
                    <a:extLst>
                      <a:ext uri="{FF2B5EF4-FFF2-40B4-BE49-F238E27FC236}">
                        <a16:creationId xmlns:a16="http://schemas.microsoft.com/office/drawing/2014/main" id="{FC1DFCF3-A2B2-8659-C2ED-0301735E43E7}"/>
                      </a:ext>
                    </a:extLst>
                  </p:cNvPr>
                  <p:cNvSpPr/>
                  <p:nvPr/>
                </p:nvSpPr>
                <p:spPr>
                  <a:xfrm flipV="1">
                    <a:off x="4022672" y="2504431"/>
                    <a:ext cx="2238468" cy="307778"/>
                  </a:xfrm>
                  <a:prstGeom prst="round2SameRect">
                    <a:avLst>
                      <a:gd name="adj1" fmla="val 28674"/>
                      <a:gd name="adj2" fmla="val 0"/>
                    </a:avLst>
                  </a:prstGeom>
                  <a:solidFill>
                    <a:schemeClr val="tx1">
                      <a:lumMod val="85000"/>
                      <a:lumOff val="1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118" name="Rectangle: Rounded Corners 117">
                    <a:extLst>
                      <a:ext uri="{FF2B5EF4-FFF2-40B4-BE49-F238E27FC236}">
                        <a16:creationId xmlns:a16="http://schemas.microsoft.com/office/drawing/2014/main" id="{B5766D04-B969-3849-BAD6-E5FBF42BA676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8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158" name="TextBox 157">
                  <a:extLst>
                    <a:ext uri="{FF2B5EF4-FFF2-40B4-BE49-F238E27FC236}">
                      <a16:creationId xmlns:a16="http://schemas.microsoft.com/office/drawing/2014/main" id="{118DB05C-DAB0-A421-F073-A792FE4EAAA3}"/>
                    </a:ext>
                  </a:extLst>
                </p:cNvPr>
                <p:cNvSpPr txBox="1"/>
                <p:nvPr/>
              </p:nvSpPr>
              <p:spPr>
                <a:xfrm>
                  <a:off x="4335869" y="2202843"/>
                  <a:ext cx="1969403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Software-Defined Radio</a:t>
                  </a:r>
                </a:p>
              </p:txBody>
            </p:sp>
            <p:pic>
              <p:nvPicPr>
                <p:cNvPr id="159" name="Graphic 158">
                  <a:extLst>
                    <a:ext uri="{FF2B5EF4-FFF2-40B4-BE49-F238E27FC236}">
                      <a16:creationId xmlns:a16="http://schemas.microsoft.com/office/drawing/2014/main" id="{D29AD5AF-3219-6D63-1EA7-142390B52B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rcRect/>
                <a:stretch/>
              </p:blipFill>
              <p:spPr>
                <a:xfrm>
                  <a:off x="4134842" y="2215325"/>
                  <a:ext cx="289426" cy="289426"/>
                </a:xfrm>
                <a:prstGeom prst="rect">
                  <a:avLst/>
                </a:prstGeom>
              </p:spPr>
            </p:pic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0BF92B8E-1B5B-2C80-D2F6-A6431705198E}"/>
                    </a:ext>
                  </a:extLst>
                </p:cNvPr>
                <p:cNvSpPr txBox="1"/>
                <p:nvPr/>
              </p:nvSpPr>
              <p:spPr>
                <a:xfrm>
                  <a:off x="4335869" y="2505790"/>
                  <a:ext cx="1969403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RF Simulator / </a:t>
                  </a:r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ZeroMQ</a:t>
                  </a:r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pic>
              <p:nvPicPr>
                <p:cNvPr id="163" name="Graphic 162">
                  <a:extLst>
                    <a:ext uri="{FF2B5EF4-FFF2-40B4-BE49-F238E27FC236}">
                      <a16:creationId xmlns:a16="http://schemas.microsoft.com/office/drawing/2014/main" id="{8BF6375D-4174-C1B1-57AE-E2DA824F94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rcRect/>
                <a:stretch/>
              </p:blipFill>
              <p:spPr>
                <a:xfrm>
                  <a:off x="4167277" y="2528018"/>
                  <a:ext cx="256990" cy="256990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AF73C65C-EB2D-83CA-18A4-ED9FC7D18A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bg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F4F66483-A881-AB8E-EA24-A1046F52E2A4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F9387809-F426-D5E8-6E1E-11DD2B11E5EC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BE3ABA9F-C4F0-6B23-7A0B-536CE88F0275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6C148EEF-91F3-60B8-DD63-926E75254BC6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9CEF86A8-EAFC-DCF5-1A14-9BEF19C47DC4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6F0B4269-577E-98FD-100F-DD6A17414AED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A3453D33-2D6E-00C9-72F9-A28C5247CD8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4A65C48E-E36E-50DA-D253-3AC63BF3C65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B086C52C-90A0-EFDE-550F-66D20D667835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07E36321-4845-2DC1-D2B9-9B8F056221B6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D3E13052-BC5E-8FDC-228F-391E8C378CA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D029EA8F-BBA0-5B94-A6E0-EF02786A1ECE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84A20A0E-78FB-9D01-1459-3C069A1299BC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E58C9A7A-9CC9-A0E6-4D96-B5CC2855D9F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3485B05-CDBC-7ABB-426B-CA02365E2BAD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A8B71324-C15E-9BEE-9D24-A267C3F55BB8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77EA2108-4F43-856E-BF34-DC07A4CBBC2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DB65914A-4674-4E33-9508-79A71B1F851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5B9BE978-A5DB-D685-10B4-4EA319C39598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3C9841D4-45DC-778F-BEA6-220674ADD499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492D15C4-5FCA-05B8-E67C-219273E0EB3D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C0E76DF9-91EC-A649-B11A-91E1BE183B4C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A35C3105-3252-BC99-072B-85E2366034C7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rgbClr val="3A3A3A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EC5E2325-62FF-4D4A-BD7C-D53E117B8772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3342515B-D298-43A1-9E16-E6FD971A6A41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7872673-AAAD-4628-B781-C1A7A5F491EC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24631A37-9689-4B10-8ADB-0416A5B0735E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A1B9C14-F6A3-4685-834A-A8A1851159D4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B25E1B82-A1FA-4694-AA25-FAEC6C0B5254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6AD37C1-FC4C-445B-A475-2C31F113B111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BE600BD0-3962-416A-B573-62FC9571329A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A8E8DF44-D72F-48F7-BC48-12898EF88200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0E65D4E3-D00A-48E5-99ED-8AC57DBB500A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603208" y="380552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B7571666-D429-4300-4F2A-97EA7815726F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rgbClr val="262626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3DE7ACA-42A3-9C44-756C-47D4AC75B3DA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8919BBE-89B4-C169-F885-E2C41B5D3829}"/>
                </a:ext>
              </a:extLst>
            </p:cNvPr>
            <p:cNvGrpSpPr/>
            <p:nvPr/>
          </p:nvGrpSpPr>
          <p:grpSpPr>
            <a:xfrm>
              <a:off x="8470803" y="3511704"/>
              <a:ext cx="1565803" cy="618689"/>
              <a:chOff x="8470803" y="3511704"/>
              <a:chExt cx="1565803" cy="618689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CE0C6DFE-1B4A-CDD8-414E-2C8F06CF267A}"/>
                  </a:ext>
                </a:extLst>
              </p:cNvPr>
              <p:cNvSpPr/>
              <p:nvPr/>
            </p:nvSpPr>
            <p:spPr>
              <a:xfrm>
                <a:off x="8470803" y="3511704"/>
                <a:ext cx="1565803" cy="618689"/>
              </a:xfrm>
              <a:prstGeom prst="roundRect">
                <a:avLst>
                  <a:gd name="adj" fmla="val 12974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6790A086-C9BB-9F22-01C8-627725552182}"/>
                  </a:ext>
                </a:extLst>
              </p:cNvPr>
              <p:cNvGrpSpPr/>
              <p:nvPr/>
            </p:nvGrpSpPr>
            <p:grpSpPr>
              <a:xfrm>
                <a:off x="8544250" y="3663843"/>
                <a:ext cx="1430022" cy="310703"/>
                <a:chOff x="8544250" y="3663843"/>
                <a:chExt cx="1430022" cy="310703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109BC3B5-7515-6387-B152-338A0545A48A}"/>
                    </a:ext>
                  </a:extLst>
                </p:cNvPr>
                <p:cNvGrpSpPr/>
                <p:nvPr/>
              </p:nvGrpSpPr>
              <p:grpSpPr>
                <a:xfrm>
                  <a:off x="9877010" y="3808956"/>
                  <a:ext cx="97262" cy="20476"/>
                  <a:chOff x="10423398" y="4210335"/>
                  <a:chExt cx="97262" cy="20476"/>
                </a:xfrm>
              </p:grpSpPr>
              <p:sp>
                <p:nvSpPr>
                  <p:cNvPr id="21" name="Oval 20">
                    <a:extLst>
                      <a:ext uri="{FF2B5EF4-FFF2-40B4-BE49-F238E27FC236}">
                        <a16:creationId xmlns:a16="http://schemas.microsoft.com/office/drawing/2014/main" id="{0F7E4327-3B24-A579-20DC-4E04FBE9762A}"/>
                      </a:ext>
                    </a:extLst>
                  </p:cNvPr>
                  <p:cNvSpPr/>
                  <p:nvPr/>
                </p:nvSpPr>
                <p:spPr>
                  <a:xfrm flipV="1">
                    <a:off x="10423398" y="4210335"/>
                    <a:ext cx="20476" cy="204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65CC17AB-E282-B165-2260-E04A0D47220B}"/>
                      </a:ext>
                    </a:extLst>
                  </p:cNvPr>
                  <p:cNvSpPr/>
                  <p:nvPr/>
                </p:nvSpPr>
                <p:spPr>
                  <a:xfrm flipV="1">
                    <a:off x="10461791" y="4210335"/>
                    <a:ext cx="20476" cy="204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6AAF88ED-F440-9178-BA85-686FF7B57F3E}"/>
                      </a:ext>
                    </a:extLst>
                  </p:cNvPr>
                  <p:cNvSpPr/>
                  <p:nvPr/>
                </p:nvSpPr>
                <p:spPr>
                  <a:xfrm flipV="1">
                    <a:off x="10500184" y="4210335"/>
                    <a:ext cx="20476" cy="204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49F32863-BFC1-757F-5B01-BAC1A230BA39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655258" cy="310703"/>
                  <a:chOff x="8483290" y="3660903"/>
                  <a:chExt cx="655258" cy="310703"/>
                </a:xfrm>
              </p:grpSpPr>
              <p:sp>
                <p:nvSpPr>
                  <p:cNvPr id="19" name="Rectangle: Rounded Corners 18">
                    <a:extLst>
                      <a:ext uri="{FF2B5EF4-FFF2-40B4-BE49-F238E27FC236}">
                        <a16:creationId xmlns:a16="http://schemas.microsoft.com/office/drawing/2014/main" id="{DD049208-FC03-CA31-F96B-4B622E9F569D}"/>
                      </a:ext>
                    </a:extLst>
                  </p:cNvPr>
                  <p:cNvSpPr/>
                  <p:nvPr/>
                </p:nvSpPr>
                <p:spPr>
                  <a:xfrm>
                    <a:off x="8515444" y="366090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2">
                      <a:lumMod val="25000"/>
                    </a:schemeClr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7156A02F-6D01-C389-75B6-745AC5F21490}"/>
                      </a:ext>
                    </a:extLst>
                  </p:cNvPr>
                  <p:cNvSpPr txBox="1"/>
                  <p:nvPr/>
                </p:nvSpPr>
                <p:spPr>
                  <a:xfrm>
                    <a:off x="8483290" y="366138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UPF</a:t>
                    </a:r>
                  </a:p>
                </p:txBody>
              </p:sp>
            </p:grpSp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12A7027B-5E3A-EC2D-BCB4-EDA5D1C0BEC8}"/>
                    </a:ext>
                  </a:extLst>
                </p:cNvPr>
                <p:cNvGrpSpPr/>
                <p:nvPr/>
              </p:nvGrpSpPr>
              <p:grpSpPr>
                <a:xfrm>
                  <a:off x="9189714" y="3663843"/>
                  <a:ext cx="655258" cy="310703"/>
                  <a:chOff x="9128754" y="3666783"/>
                  <a:chExt cx="655258" cy="310703"/>
                </a:xfrm>
              </p:grpSpPr>
              <p:sp>
                <p:nvSpPr>
                  <p:cNvPr id="17" name="Rectangle: Rounded Corners 16">
                    <a:extLst>
                      <a:ext uri="{FF2B5EF4-FFF2-40B4-BE49-F238E27FC236}">
                        <a16:creationId xmlns:a16="http://schemas.microsoft.com/office/drawing/2014/main" id="{10ABB812-6101-B7BC-B307-C5F721932CA7}"/>
                      </a:ext>
                    </a:extLst>
                  </p:cNvPr>
                  <p:cNvSpPr/>
                  <p:nvPr/>
                </p:nvSpPr>
                <p:spPr>
                  <a:xfrm>
                    <a:off x="9160908" y="366678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2">
                      <a:lumMod val="25000"/>
                    </a:schemeClr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B2DE4C59-4701-798A-7ABE-6AB0F969D911}"/>
                      </a:ext>
                    </a:extLst>
                  </p:cNvPr>
                  <p:cNvSpPr txBox="1"/>
                  <p:nvPr/>
                </p:nvSpPr>
                <p:spPr>
                  <a:xfrm>
                    <a:off x="9128754" y="366726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AMF</a:t>
                    </a:r>
                  </a:p>
                </p:txBody>
              </p:sp>
            </p:grpSp>
          </p:grp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08AF785-64DD-5213-EFB1-C72E9837A77B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A1-P, A1-EI</a:t>
              </a:r>
              <a:b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A1-ML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AD74077-27C2-09AC-7CE1-70F5C84ABC60}"/>
                </a:ext>
              </a:extLst>
            </p:cNvPr>
            <p:cNvSpPr txBox="1"/>
            <p:nvPr/>
          </p:nvSpPr>
          <p:spPr>
            <a:xfrm>
              <a:off x="6788425" y="2700688"/>
              <a:ext cx="330967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Service Management and Orchestration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4651D9-0BC3-A5D9-407D-1196EBDD0FE4}"/>
                </a:ext>
              </a:extLst>
            </p:cNvPr>
            <p:cNvSpPr txBox="1"/>
            <p:nvPr/>
          </p:nvSpPr>
          <p:spPr>
            <a:xfrm>
              <a:off x="7486066" y="2905350"/>
              <a:ext cx="207813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O-RAN SC RIC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1816B3-2F0C-5BC7-EF43-2643BC9F317C}"/>
                </a:ext>
              </a:extLst>
            </p:cNvPr>
            <p:cNvSpPr txBox="1"/>
            <p:nvPr/>
          </p:nvSpPr>
          <p:spPr>
            <a:xfrm>
              <a:off x="5420878" y="4224429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65A236D-5DC4-4924-E9BF-5BCBC5CC0DB4}"/>
                </a:ext>
              </a:extLst>
            </p:cNvPr>
            <p:cNvSpPr txBox="1"/>
            <p:nvPr/>
          </p:nvSpPr>
          <p:spPr>
            <a:xfrm>
              <a:off x="5566264" y="4451303"/>
              <a:ext cx="209517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OCUDU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Duranta</a:t>
              </a: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(OAI)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O-RAN SC E2 Simulator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983C6B6-9442-28D0-3F90-CC015BA1CA48}"/>
                </a:ext>
              </a:extLst>
            </p:cNvPr>
            <p:cNvSpPr txBox="1"/>
            <p:nvPr/>
          </p:nvSpPr>
          <p:spPr>
            <a:xfrm>
              <a:off x="8589063" y="4338402"/>
              <a:ext cx="1532202" cy="830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Open5GS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OAI 5G CN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Free5GC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Open5GCore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BE429E-B8C4-A416-EB71-203FC89A1B08}"/>
                </a:ext>
              </a:extLst>
            </p:cNvPr>
            <p:cNvSpPr txBox="1"/>
            <p:nvPr/>
          </p:nvSpPr>
          <p:spPr>
            <a:xfrm>
              <a:off x="8468250" y="4109945"/>
              <a:ext cx="156835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61C25D-5DF1-0254-6065-28426EC65A82}"/>
                </a:ext>
              </a:extLst>
            </p:cNvPr>
            <p:cNvSpPr txBox="1"/>
            <p:nvPr/>
          </p:nvSpPr>
          <p:spPr>
            <a:xfrm>
              <a:off x="5462495" y="3236557"/>
              <a:ext cx="107039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E2AP, E2SM</a:t>
              </a:r>
            </a:p>
          </p:txBody>
        </p:sp>
        <p:cxnSp>
          <p:nvCxnSpPr>
            <p:cNvPr id="10" name="Connector: Elbow 9">
              <a:extLst>
                <a:ext uri="{FF2B5EF4-FFF2-40B4-BE49-F238E27FC236}">
                  <a16:creationId xmlns:a16="http://schemas.microsoft.com/office/drawing/2014/main" id="{2774704E-F7FB-EFBC-F30A-384C7C47641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6469218" y="2587933"/>
              <a:ext cx="1106924" cy="737758"/>
            </a:xfrm>
            <a:prstGeom prst="bentConnector2">
              <a:avLst/>
            </a:prstGeom>
            <a:ln w="12700">
              <a:solidFill>
                <a:schemeClr val="bg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6894DD9-5176-305F-492B-7B079E65CE06}"/>
                </a:ext>
              </a:extLst>
            </p:cNvPr>
            <p:cNvSpPr txBox="1"/>
            <p:nvPr/>
          </p:nvSpPr>
          <p:spPr>
            <a:xfrm>
              <a:off x="6661420" y="3236557"/>
              <a:ext cx="107039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4C34B-A1B5-6BF5-6F1B-43C94EC0C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0ECFEB13-C3A5-28CD-C249-2D33D7F51D65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496467" y="1900165"/>
            <a:chExt cx="11199066" cy="3057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C5C14889-4F05-5BC7-F20F-5B95FAF1E3DA}"/>
                </a:ext>
              </a:extLst>
            </p:cNvPr>
            <p:cNvSpPr/>
            <p:nvPr/>
          </p:nvSpPr>
          <p:spPr>
            <a:xfrm>
              <a:off x="496467" y="1900165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4AE56F1D-2249-2AE1-94DE-8B10BF948170}"/>
                </a:ext>
              </a:extLst>
            </p:cNvPr>
            <p:cNvGrpSpPr/>
            <p:nvPr/>
          </p:nvGrpSpPr>
          <p:grpSpPr>
            <a:xfrm>
              <a:off x="608881" y="2424120"/>
              <a:ext cx="2266340" cy="2155067"/>
              <a:chOff x="608886" y="2557594"/>
              <a:chExt cx="2266340" cy="2155067"/>
            </a:xfrm>
          </p:grpSpPr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5326366B-BF44-4778-F1F6-CE786A847E81}"/>
                  </a:ext>
                </a:extLst>
              </p:cNvPr>
              <p:cNvSpPr/>
              <p:nvPr/>
            </p:nvSpPr>
            <p:spPr>
              <a:xfrm>
                <a:off x="611265" y="2558856"/>
                <a:ext cx="2239249" cy="1852258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8" name="Rectangle: Top Corners Rounded 17">
                <a:extLst>
                  <a:ext uri="{FF2B5EF4-FFF2-40B4-BE49-F238E27FC236}">
                    <a16:creationId xmlns:a16="http://schemas.microsoft.com/office/drawing/2014/main" id="{83C5F20F-7B76-A66D-D809-CB58E7802E47}"/>
                  </a:ext>
                </a:extLst>
              </p:cNvPr>
              <p:cNvSpPr/>
              <p:nvPr/>
            </p:nvSpPr>
            <p:spPr>
              <a:xfrm rot="10800000">
                <a:off x="611268" y="3479568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C4B80AE-980D-567C-E97A-16DF03B48CF2}"/>
                  </a:ext>
                </a:extLst>
              </p:cNvPr>
              <p:cNvSpPr/>
              <p:nvPr/>
            </p:nvSpPr>
            <p:spPr>
              <a:xfrm>
                <a:off x="611267" y="2856955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8A94C59-6DFD-C0AA-7536-D56EC102801E}"/>
                  </a:ext>
                </a:extLst>
              </p:cNvPr>
              <p:cNvSpPr txBox="1"/>
              <p:nvPr/>
            </p:nvSpPr>
            <p:spPr>
              <a:xfrm>
                <a:off x="611268" y="3180021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B8572A4-A13C-79AD-117B-DDCD8681A021}"/>
                  </a:ext>
                </a:extLst>
              </p:cNvPr>
              <p:cNvSpPr txBox="1"/>
              <p:nvPr/>
            </p:nvSpPr>
            <p:spPr>
              <a:xfrm>
                <a:off x="611268" y="287435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710A20-1DCC-4C29-61C0-319A8B736354}"/>
                  </a:ext>
                </a:extLst>
              </p:cNvPr>
              <p:cNvSpPr txBox="1"/>
              <p:nvPr/>
            </p:nvSpPr>
            <p:spPr>
              <a:xfrm>
                <a:off x="608886" y="2568697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1B0E106-A595-DD07-59AB-909B8974AB13}"/>
                  </a:ext>
                </a:extLst>
              </p:cNvPr>
              <p:cNvSpPr txBox="1"/>
              <p:nvPr/>
            </p:nvSpPr>
            <p:spPr>
              <a:xfrm>
                <a:off x="611268" y="379134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51A7EF76-D8BA-015A-4A48-AF15D528FE0E}"/>
                  </a:ext>
                </a:extLst>
              </p:cNvPr>
              <p:cNvSpPr/>
              <p:nvPr/>
            </p:nvSpPr>
            <p:spPr>
              <a:xfrm>
                <a:off x="611266" y="3481943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A2671F5-C502-ED99-789F-C7260F1A0BE0}"/>
                  </a:ext>
                </a:extLst>
              </p:cNvPr>
              <p:cNvSpPr txBox="1"/>
              <p:nvPr/>
            </p:nvSpPr>
            <p:spPr>
              <a:xfrm>
                <a:off x="611268" y="348568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RF Simulator</a:t>
                </a:r>
              </a:p>
            </p:txBody>
          </p:sp>
          <p:sp>
            <p:nvSpPr>
              <p:cNvPr id="48" name="Rectangle: Top Corners Rounded 47">
                <a:extLst>
                  <a:ext uri="{FF2B5EF4-FFF2-40B4-BE49-F238E27FC236}">
                    <a16:creationId xmlns:a16="http://schemas.microsoft.com/office/drawing/2014/main" id="{2CD69175-0632-D5B9-44D7-2F51443774BB}"/>
                  </a:ext>
                </a:extLst>
              </p:cNvPr>
              <p:cNvSpPr/>
              <p:nvPr/>
            </p:nvSpPr>
            <p:spPr>
              <a:xfrm rot="10800000">
                <a:off x="611267" y="4087525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9583430-39FC-D84E-C047-47E613A3C33D}"/>
                  </a:ext>
                </a:extLst>
              </p:cNvPr>
              <p:cNvSpPr txBox="1"/>
              <p:nvPr/>
            </p:nvSpPr>
            <p:spPr>
              <a:xfrm>
                <a:off x="611267" y="4094498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1D23B8DC-980F-BD08-37D0-4B315BA91DAC}"/>
                  </a:ext>
                </a:extLst>
              </p:cNvPr>
              <p:cNvSpPr/>
              <p:nvPr/>
            </p:nvSpPr>
            <p:spPr>
              <a:xfrm>
                <a:off x="611267" y="2557594"/>
                <a:ext cx="2239249" cy="1844074"/>
              </a:xfrm>
              <a:prstGeom prst="roundRect">
                <a:avLst>
                  <a:gd name="adj" fmla="val 5122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AE2878C4-D95E-C9C7-90C9-522FEF5B4212}"/>
                  </a:ext>
                </a:extLst>
              </p:cNvPr>
              <p:cNvSpPr txBox="1"/>
              <p:nvPr/>
            </p:nvSpPr>
            <p:spPr>
              <a:xfrm>
                <a:off x="635977" y="440488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4" name="Group 223">
              <a:extLst>
                <a:ext uri="{FF2B5EF4-FFF2-40B4-BE49-F238E27FC236}">
                  <a16:creationId xmlns:a16="http://schemas.microsoft.com/office/drawing/2014/main" id="{881E5305-5644-641D-AE38-F323C909140A}"/>
                </a:ext>
              </a:extLst>
            </p:cNvPr>
            <p:cNvGrpSpPr/>
            <p:nvPr/>
          </p:nvGrpSpPr>
          <p:grpSpPr>
            <a:xfrm>
              <a:off x="3519144" y="2424120"/>
              <a:ext cx="2266340" cy="2155067"/>
              <a:chOff x="608886" y="2557594"/>
              <a:chExt cx="2266340" cy="2155067"/>
            </a:xfrm>
          </p:grpSpPr>
          <p:sp>
            <p:nvSpPr>
              <p:cNvPr id="225" name="Rectangle: Rounded Corners 224">
                <a:extLst>
                  <a:ext uri="{FF2B5EF4-FFF2-40B4-BE49-F238E27FC236}">
                    <a16:creationId xmlns:a16="http://schemas.microsoft.com/office/drawing/2014/main" id="{70C1ACE0-5CEE-AE25-C2E2-46E65B414436}"/>
                  </a:ext>
                </a:extLst>
              </p:cNvPr>
              <p:cNvSpPr/>
              <p:nvPr/>
            </p:nvSpPr>
            <p:spPr>
              <a:xfrm>
                <a:off x="611265" y="2558856"/>
                <a:ext cx="2239249" cy="1852258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6" name="Rectangle: Top Corners Rounded 225">
                <a:extLst>
                  <a:ext uri="{FF2B5EF4-FFF2-40B4-BE49-F238E27FC236}">
                    <a16:creationId xmlns:a16="http://schemas.microsoft.com/office/drawing/2014/main" id="{54DAEA34-751B-46D1-7019-7998AB96F041}"/>
                  </a:ext>
                </a:extLst>
              </p:cNvPr>
              <p:cNvSpPr/>
              <p:nvPr/>
            </p:nvSpPr>
            <p:spPr>
              <a:xfrm rot="10800000">
                <a:off x="611268" y="3479568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EDA35506-513E-07ED-C864-16AB32963656}"/>
                  </a:ext>
                </a:extLst>
              </p:cNvPr>
              <p:cNvSpPr/>
              <p:nvPr/>
            </p:nvSpPr>
            <p:spPr>
              <a:xfrm>
                <a:off x="611267" y="2856955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929AEEDD-1F08-CBCD-ED23-4FB514B8167E}"/>
                  </a:ext>
                </a:extLst>
              </p:cNvPr>
              <p:cNvSpPr txBox="1"/>
              <p:nvPr/>
            </p:nvSpPr>
            <p:spPr>
              <a:xfrm>
                <a:off x="611268" y="3180021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120A546E-855B-D764-8C49-2ED787801D36}"/>
                  </a:ext>
                </a:extLst>
              </p:cNvPr>
              <p:cNvSpPr txBox="1"/>
              <p:nvPr/>
            </p:nvSpPr>
            <p:spPr>
              <a:xfrm>
                <a:off x="611268" y="287435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OCUDU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4E7CFEBA-E8E0-79C8-7D4B-7CC7BD9A47EA}"/>
                  </a:ext>
                </a:extLst>
              </p:cNvPr>
              <p:cNvSpPr txBox="1"/>
              <p:nvPr/>
            </p:nvSpPr>
            <p:spPr>
              <a:xfrm>
                <a:off x="608886" y="2568697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OCUDU : USRP</a:t>
                </a: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788AA010-BCF6-EAAA-1F10-C1594962B19F}"/>
                  </a:ext>
                </a:extLst>
              </p:cNvPr>
              <p:cNvSpPr txBox="1"/>
              <p:nvPr/>
            </p:nvSpPr>
            <p:spPr>
              <a:xfrm>
                <a:off x="611268" y="379134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39A049C2-37AF-9A22-0065-8CE6E557EDBD}"/>
                  </a:ext>
                </a:extLst>
              </p:cNvPr>
              <p:cNvSpPr/>
              <p:nvPr/>
            </p:nvSpPr>
            <p:spPr>
              <a:xfrm>
                <a:off x="611266" y="3481943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E1DBF0F3-0626-63A5-8251-79D0BEB8750D}"/>
                  </a:ext>
                </a:extLst>
              </p:cNvPr>
              <p:cNvSpPr txBox="1"/>
              <p:nvPr/>
            </p:nvSpPr>
            <p:spPr>
              <a:xfrm>
                <a:off x="611268" y="348568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RF Simulator</a:t>
                </a:r>
              </a:p>
            </p:txBody>
          </p:sp>
          <p:sp>
            <p:nvSpPr>
              <p:cNvPr id="246" name="Rectangle: Top Corners Rounded 245">
                <a:extLst>
                  <a:ext uri="{FF2B5EF4-FFF2-40B4-BE49-F238E27FC236}">
                    <a16:creationId xmlns:a16="http://schemas.microsoft.com/office/drawing/2014/main" id="{8C2096E6-DAC9-EEFD-D59F-4F3BF5F39DE2}"/>
                  </a:ext>
                </a:extLst>
              </p:cNvPr>
              <p:cNvSpPr/>
              <p:nvPr/>
            </p:nvSpPr>
            <p:spPr>
              <a:xfrm rot="10800000">
                <a:off x="611267" y="4087525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AD98A4BE-406F-D74A-BF79-B5F36B345B62}"/>
                  </a:ext>
                </a:extLst>
              </p:cNvPr>
              <p:cNvSpPr txBox="1"/>
              <p:nvPr/>
            </p:nvSpPr>
            <p:spPr>
              <a:xfrm>
                <a:off x="611267" y="4094498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49" name="Rectangle: Rounded Corners 248">
                <a:extLst>
                  <a:ext uri="{FF2B5EF4-FFF2-40B4-BE49-F238E27FC236}">
                    <a16:creationId xmlns:a16="http://schemas.microsoft.com/office/drawing/2014/main" id="{975E562F-27D8-964F-F42D-B6B9E8D61C00}"/>
                  </a:ext>
                </a:extLst>
              </p:cNvPr>
              <p:cNvSpPr/>
              <p:nvPr/>
            </p:nvSpPr>
            <p:spPr>
              <a:xfrm>
                <a:off x="611267" y="2557594"/>
                <a:ext cx="2239249" cy="1844074"/>
              </a:xfrm>
              <a:prstGeom prst="roundRect">
                <a:avLst>
                  <a:gd name="adj" fmla="val 5122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DC07EEC0-29CB-8C50-4237-2AFB1DCF53C6}"/>
                  </a:ext>
                </a:extLst>
              </p:cNvPr>
              <p:cNvSpPr txBox="1"/>
              <p:nvPr/>
            </p:nvSpPr>
            <p:spPr>
              <a:xfrm>
                <a:off x="635977" y="440488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</p:grp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B00A34EA-5CEF-41E0-E2F9-C22C52500688}"/>
                </a:ext>
              </a:extLst>
            </p:cNvPr>
            <p:cNvCxnSpPr>
              <a:cxnSpLocks/>
              <a:stCxn id="248" idx="3"/>
              <a:endCxn id="237" idx="1"/>
            </p:cNvCxnSpPr>
            <p:nvPr/>
          </p:nvCxnSpPr>
          <p:spPr>
            <a:xfrm>
              <a:off x="5760772" y="4114913"/>
              <a:ext cx="657814" cy="7386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2EF2EF93-7629-4ED0-CDE9-C57A4B4175A8}"/>
                </a:ext>
              </a:extLst>
            </p:cNvPr>
            <p:cNvCxnSpPr>
              <a:cxnSpLocks/>
              <a:stCxn id="12" idx="3"/>
              <a:endCxn id="232" idx="1"/>
            </p:cNvCxnSpPr>
            <p:nvPr/>
          </p:nvCxnSpPr>
          <p:spPr>
            <a:xfrm>
              <a:off x="2848129" y="2589112"/>
              <a:ext cx="671015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E8C6A32-1A51-70EF-BC00-CCC9395CB129}"/>
                </a:ext>
              </a:extLst>
            </p:cNvPr>
            <p:cNvCxnSpPr>
              <a:cxnSpLocks/>
              <a:stCxn id="11" idx="3"/>
              <a:endCxn id="230" idx="1"/>
            </p:cNvCxnSpPr>
            <p:nvPr/>
          </p:nvCxnSpPr>
          <p:spPr>
            <a:xfrm>
              <a:off x="2850509" y="2894774"/>
              <a:ext cx="671017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E95D0008-8978-089E-1FBB-E95E974B5E02}"/>
                </a:ext>
              </a:extLst>
            </p:cNvPr>
            <p:cNvCxnSpPr>
              <a:cxnSpLocks/>
              <a:stCxn id="49" idx="3"/>
            </p:cNvCxnSpPr>
            <p:nvPr/>
          </p:nvCxnSpPr>
          <p:spPr>
            <a:xfrm flipV="1">
              <a:off x="2850509" y="2589272"/>
              <a:ext cx="676825" cy="152564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16EB1EE4-97E1-FA98-18F9-190201E65D30}"/>
                </a:ext>
              </a:extLst>
            </p:cNvPr>
            <p:cNvCxnSpPr>
              <a:cxnSpLocks/>
              <a:stCxn id="16" idx="3"/>
              <a:endCxn id="245" idx="1"/>
            </p:cNvCxnSpPr>
            <p:nvPr/>
          </p:nvCxnSpPr>
          <p:spPr>
            <a:xfrm>
              <a:off x="2850509" y="3506098"/>
              <a:ext cx="671017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F15669F0-95EF-1D93-C5B7-979CA4FE19F8}"/>
                </a:ext>
              </a:extLst>
            </p:cNvPr>
            <p:cNvCxnSpPr>
              <a:cxnSpLocks/>
              <a:stCxn id="20" idx="3"/>
              <a:endCxn id="229" idx="1"/>
            </p:cNvCxnSpPr>
            <p:nvPr/>
          </p:nvCxnSpPr>
          <p:spPr>
            <a:xfrm>
              <a:off x="2850509" y="3200436"/>
              <a:ext cx="671017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EDF82C50-4690-C11E-618A-9B9E5E8B9826}"/>
                </a:ext>
              </a:extLst>
            </p:cNvPr>
            <p:cNvSpPr/>
            <p:nvPr/>
          </p:nvSpPr>
          <p:spPr>
            <a:xfrm>
              <a:off x="5781673" y="2459104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5CE53CF-DBEC-0572-6ABB-FA6111278896}"/>
                </a:ext>
              </a:extLst>
            </p:cNvPr>
            <p:cNvSpPr/>
            <p:nvPr/>
          </p:nvSpPr>
          <p:spPr>
            <a:xfrm>
              <a:off x="5781673" y="3072453"/>
              <a:ext cx="82756" cy="854228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B09740B-177A-FF9E-4C39-0DFD37F9136C}"/>
                </a:ext>
              </a:extLst>
            </p:cNvPr>
            <p:cNvGrpSpPr/>
            <p:nvPr/>
          </p:nvGrpSpPr>
          <p:grpSpPr>
            <a:xfrm>
              <a:off x="9297538" y="3723971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A5D7165E-744F-F300-8ACF-6961C56E3642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C094DD46-A099-5588-F5A8-4949E01070F2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1F0AA3BA-08E8-5811-F122-9D8752072792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E44BCB6-265F-542C-167A-F1C790AEFE0D}"/>
                </a:ext>
              </a:extLst>
            </p:cNvPr>
            <p:cNvGrpSpPr/>
            <p:nvPr/>
          </p:nvGrpSpPr>
          <p:grpSpPr>
            <a:xfrm>
              <a:off x="8794617" y="1996585"/>
              <a:ext cx="2860204" cy="543694"/>
              <a:chOff x="8873989" y="2167447"/>
              <a:chExt cx="2860204" cy="54369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2209C8D-C990-6B35-3C8C-8FB9AC511ABE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7BFA04A-AF74-0127-BC01-C4A745F39D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A37CAFC-EC64-312F-5824-9458F25E97BA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4A092C5-4946-5E33-3809-391F21C185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04A055C-128C-B80C-F487-45942CA68B4A}"/>
                </a:ext>
              </a:extLst>
            </p:cNvPr>
            <p:cNvCxnSpPr>
              <a:cxnSpLocks/>
              <a:stCxn id="49" idx="3"/>
            </p:cNvCxnSpPr>
            <p:nvPr/>
          </p:nvCxnSpPr>
          <p:spPr>
            <a:xfrm flipV="1">
              <a:off x="2850509" y="3191388"/>
              <a:ext cx="664419" cy="92352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4CBD7EB1-D44B-B4D6-ADAD-34A811061293}"/>
                </a:ext>
              </a:extLst>
            </p:cNvPr>
            <p:cNvGrpSpPr/>
            <p:nvPr/>
          </p:nvGrpSpPr>
          <p:grpSpPr>
            <a:xfrm>
              <a:off x="6418586" y="3723971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B9B81581-B930-1811-80AA-1AB18EAE2F69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25EE2E56-04A2-954D-A13A-A9A05DEDE71C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8979E7B0-5731-BFFD-F252-6CFC83F6B144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DBF8A54C-5892-9A30-26EF-052D882C2E0A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BDD7F2DF-5AD1-B10B-38A9-4DDD708921BA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317A4A8F-A039-6FCD-14DF-AB0A12082609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57F026D4-444F-2184-F3E1-FAD99A431574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D4A16F21-6F49-B07A-6E7B-03CC29F336F0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EF011CC-A4B4-0342-CA6B-7B9B76F7E8E6}"/>
                </a:ext>
              </a:extLst>
            </p:cNvPr>
            <p:cNvGrpSpPr/>
            <p:nvPr/>
          </p:nvGrpSpPr>
          <p:grpSpPr>
            <a:xfrm>
              <a:off x="6418584" y="2002652"/>
              <a:ext cx="2301839" cy="1514666"/>
              <a:chOff x="4580555" y="3243709"/>
              <a:chExt cx="2301839" cy="1514666"/>
            </a:xfrm>
          </p:grpSpPr>
          <p:sp>
            <p:nvSpPr>
              <p:cNvPr id="22" name="Rectangle: Top Corners Rounded 21">
                <a:extLst>
                  <a:ext uri="{FF2B5EF4-FFF2-40B4-BE49-F238E27FC236}">
                    <a16:creationId xmlns:a16="http://schemas.microsoft.com/office/drawing/2014/main" id="{E5AEFB43-ECAE-6FB6-427A-5F4FEACDF0B9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: Top Corners Rounded 22">
                <a:extLst>
                  <a:ext uri="{FF2B5EF4-FFF2-40B4-BE49-F238E27FC236}">
                    <a16:creationId xmlns:a16="http://schemas.microsoft.com/office/drawing/2014/main" id="{0D766AE2-5378-C5B8-68D6-B1ECA86F48DF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D9D9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954910A-1F51-C506-1498-B6C43C828123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E612D090-A403-404F-78B6-A222FF35E8CD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E5DDEAB-59B2-C8F2-4626-CE52DC019B2A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Open5GCore (5gdeploy)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BCC8B1-CAFF-A7D7-85D9-F45C5CC5C013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B66A299-7967-FD5B-1420-5220E2FEE452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7051A97-49BC-D4BD-2E1A-3B6EF3FDA68E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006FC99-48C7-54A3-FD0A-8C08709941B0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854B1C14-9DA1-3EF2-F2C5-104AFF8A610C}"/>
                </a:ext>
              </a:extLst>
            </p:cNvPr>
            <p:cNvCxnSpPr>
              <a:cxnSpLocks/>
              <a:stCxn id="3" idx="1"/>
              <a:endCxn id="237" idx="1"/>
            </p:cNvCxnSpPr>
            <p:nvPr/>
          </p:nvCxnSpPr>
          <p:spPr>
            <a:xfrm>
              <a:off x="5864429" y="3499567"/>
              <a:ext cx="554157" cy="689206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9210CDB7-FB27-0761-90C0-FDE3309E2B97}"/>
                </a:ext>
              </a:extLst>
            </p:cNvPr>
            <p:cNvCxnSpPr>
              <a:cxnSpLocks/>
              <a:stCxn id="2" idx="1"/>
              <a:endCxn id="29" idx="1"/>
            </p:cNvCxnSpPr>
            <p:nvPr/>
          </p:nvCxnSpPr>
          <p:spPr>
            <a:xfrm>
              <a:off x="5864429" y="2746552"/>
              <a:ext cx="554157" cy="3398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2BDBFD9A-90B2-2BB0-7473-24377F7F0FBD}"/>
                </a:ext>
              </a:extLst>
            </p:cNvPr>
            <p:cNvCxnSpPr>
              <a:cxnSpLocks/>
              <a:stCxn id="3" idx="1"/>
              <a:endCxn id="29" idx="1"/>
            </p:cNvCxnSpPr>
            <p:nvPr/>
          </p:nvCxnSpPr>
          <p:spPr>
            <a:xfrm flipV="1">
              <a:off x="5864429" y="3086449"/>
              <a:ext cx="554157" cy="41311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5DF1B445-2099-0BBC-16CE-4D07F9955398}"/>
                </a:ext>
              </a:extLst>
            </p:cNvPr>
            <p:cNvCxnSpPr>
              <a:cxnSpLocks/>
              <a:stCxn id="3" idx="1"/>
              <a:endCxn id="236" idx="1"/>
            </p:cNvCxnSpPr>
            <p:nvPr/>
          </p:nvCxnSpPr>
          <p:spPr>
            <a:xfrm>
              <a:off x="5864429" y="3499567"/>
              <a:ext cx="554157" cy="98823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93B22E95-984A-4B24-5DD4-7EBE45804837}"/>
                </a:ext>
              </a:extLst>
            </p:cNvPr>
            <p:cNvCxnSpPr>
              <a:cxnSpLocks/>
              <a:stCxn id="2" idx="1"/>
              <a:endCxn id="236" idx="1"/>
            </p:cNvCxnSpPr>
            <p:nvPr/>
          </p:nvCxnSpPr>
          <p:spPr>
            <a:xfrm>
              <a:off x="5864429" y="2746552"/>
              <a:ext cx="554157" cy="174124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5EE2D294-02E0-11DD-F5F2-1E2E7DBF2D5B}"/>
                </a:ext>
              </a:extLst>
            </p:cNvPr>
            <p:cNvCxnSpPr>
              <a:cxnSpLocks/>
              <a:stCxn id="3" idx="1"/>
              <a:endCxn id="27" idx="1"/>
            </p:cNvCxnSpPr>
            <p:nvPr/>
          </p:nvCxnSpPr>
          <p:spPr>
            <a:xfrm flipV="1">
              <a:off x="5864429" y="2467631"/>
              <a:ext cx="554157" cy="1031936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1C083323-2AAF-1194-D7B7-62385E9DCEAA}"/>
                </a:ext>
              </a:extLst>
            </p:cNvPr>
            <p:cNvCxnSpPr>
              <a:cxnSpLocks/>
              <a:stCxn id="3" idx="1"/>
              <a:endCxn id="28" idx="1"/>
            </p:cNvCxnSpPr>
            <p:nvPr/>
          </p:nvCxnSpPr>
          <p:spPr>
            <a:xfrm flipV="1">
              <a:off x="5864429" y="2168605"/>
              <a:ext cx="554155" cy="133096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4DD1B8F5-5A27-932D-C771-932E6514854F}"/>
                </a:ext>
              </a:extLst>
            </p:cNvPr>
            <p:cNvCxnSpPr>
              <a:cxnSpLocks/>
              <a:stCxn id="2" idx="1"/>
              <a:endCxn id="26" idx="1"/>
            </p:cNvCxnSpPr>
            <p:nvPr/>
          </p:nvCxnSpPr>
          <p:spPr>
            <a:xfrm>
              <a:off x="5864429" y="2746552"/>
              <a:ext cx="554157" cy="2010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478B5CEB-A574-3588-E76F-959B48F24A7F}"/>
                </a:ext>
              </a:extLst>
            </p:cNvPr>
            <p:cNvCxnSpPr>
              <a:cxnSpLocks/>
              <a:stCxn id="2" idx="1"/>
              <a:endCxn id="27" idx="1"/>
            </p:cNvCxnSpPr>
            <p:nvPr/>
          </p:nvCxnSpPr>
          <p:spPr>
            <a:xfrm flipV="1">
              <a:off x="5864429" y="2467631"/>
              <a:ext cx="554157" cy="27892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7331A20C-27BF-E83C-AC39-F42087154FA7}"/>
                </a:ext>
              </a:extLst>
            </p:cNvPr>
            <p:cNvCxnSpPr>
              <a:cxnSpLocks/>
              <a:stCxn id="2" idx="1"/>
              <a:endCxn id="28" idx="1"/>
            </p:cNvCxnSpPr>
            <p:nvPr/>
          </p:nvCxnSpPr>
          <p:spPr>
            <a:xfrm flipV="1">
              <a:off x="5864429" y="2168605"/>
              <a:ext cx="554155" cy="57794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378E03A4-1DE4-C6EC-6BBD-729C01CA26ED}"/>
                </a:ext>
              </a:extLst>
            </p:cNvPr>
            <p:cNvCxnSpPr>
              <a:cxnSpLocks/>
              <a:stCxn id="3" idx="1"/>
              <a:endCxn id="26" idx="1"/>
            </p:cNvCxnSpPr>
            <p:nvPr/>
          </p:nvCxnSpPr>
          <p:spPr>
            <a:xfrm flipV="1">
              <a:off x="5864429" y="2766657"/>
              <a:ext cx="554157" cy="73291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92E45EF7-7C82-7742-1CA7-ECCA69016FEF}"/>
                </a:ext>
              </a:extLst>
            </p:cNvPr>
            <p:cNvCxnSpPr>
              <a:cxnSpLocks/>
              <a:stCxn id="2" idx="1"/>
              <a:endCxn id="237" idx="1"/>
            </p:cNvCxnSpPr>
            <p:nvPr/>
          </p:nvCxnSpPr>
          <p:spPr>
            <a:xfrm>
              <a:off x="5864429" y="2746552"/>
              <a:ext cx="554157" cy="144222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9D801C7-E1E6-F491-83CB-CBB99201750A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 flipV="1">
              <a:off x="8657835" y="3891730"/>
              <a:ext cx="639703" cy="29704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07ED3FDE-5283-528A-A4E2-7A0DDD3B9728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657835" y="3889747"/>
              <a:ext cx="639703" cy="19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FDFA58D0-AAFC-16EC-D17F-B3CA0517DE27}"/>
                </a:ext>
              </a:extLst>
            </p:cNvPr>
            <p:cNvCxnSpPr>
              <a:cxnSpLocks/>
              <a:stCxn id="13" idx="3"/>
              <a:endCxn id="242" idx="1"/>
            </p:cNvCxnSpPr>
            <p:nvPr/>
          </p:nvCxnSpPr>
          <p:spPr>
            <a:xfrm>
              <a:off x="2850509" y="3811760"/>
              <a:ext cx="671017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4ECF3CE1-960A-9616-FE2C-C95FDB5E6ECF}"/>
                </a:ext>
              </a:extLst>
            </p:cNvPr>
            <p:cNvCxnSpPr>
              <a:cxnSpLocks/>
              <a:stCxn id="13" idx="3"/>
              <a:endCxn id="230" idx="1"/>
            </p:cNvCxnSpPr>
            <p:nvPr/>
          </p:nvCxnSpPr>
          <p:spPr>
            <a:xfrm flipV="1">
              <a:off x="2850509" y="2894774"/>
              <a:ext cx="671017" cy="916986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18915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088F5-A030-EB26-46FE-FCB614CD6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BB1AA834-7858-F6B3-3447-8678F6F377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4043D89E-1B6F-116E-267B-16A8F7E39415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496467" y="1900165"/>
            <a:chExt cx="11199066" cy="3057669"/>
          </a:xfrm>
        </p:grpSpPr>
        <p:sp>
          <p:nvSpPr>
            <p:cNvPr id="260" name="Rectangle: Rounded Corners 259">
              <a:extLst>
                <a:ext uri="{FF2B5EF4-FFF2-40B4-BE49-F238E27FC236}">
                  <a16:creationId xmlns:a16="http://schemas.microsoft.com/office/drawing/2014/main" id="{6B21C337-DC1E-8D48-4440-BA2E125A563A}"/>
                </a:ext>
              </a:extLst>
            </p:cNvPr>
            <p:cNvSpPr/>
            <p:nvPr/>
          </p:nvSpPr>
          <p:spPr>
            <a:xfrm>
              <a:off x="496467" y="1900165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5BB3DA4-D78D-5217-C3D9-F9BE583CFFAA}"/>
                </a:ext>
              </a:extLst>
            </p:cNvPr>
            <p:cNvCxnSpPr>
              <a:cxnSpLocks/>
              <a:stCxn id="48" idx="3"/>
              <a:endCxn id="58" idx="1"/>
            </p:cNvCxnSpPr>
            <p:nvPr/>
          </p:nvCxnSpPr>
          <p:spPr>
            <a:xfrm flipV="1">
              <a:off x="8657674" y="3891730"/>
              <a:ext cx="639864" cy="29704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B0A8D44-6353-CA0F-9503-207E37AA868C}"/>
                </a:ext>
              </a:extLst>
            </p:cNvPr>
            <p:cNvCxnSpPr>
              <a:cxnSpLocks/>
              <a:stCxn id="49" idx="3"/>
              <a:endCxn id="58" idx="1"/>
            </p:cNvCxnSpPr>
            <p:nvPr/>
          </p:nvCxnSpPr>
          <p:spPr>
            <a:xfrm>
              <a:off x="8657674" y="3889747"/>
              <a:ext cx="639864" cy="1983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E8C51E3-31ED-F640-4BD6-EF848C7ABBA2}"/>
                </a:ext>
              </a:extLst>
            </p:cNvPr>
            <p:cNvCxnSpPr>
              <a:cxnSpLocks/>
              <a:stCxn id="77" idx="3"/>
              <a:endCxn id="48" idx="1"/>
            </p:cNvCxnSpPr>
            <p:nvPr/>
          </p:nvCxnSpPr>
          <p:spPr>
            <a:xfrm>
              <a:off x="5760772" y="4114913"/>
              <a:ext cx="657653" cy="7386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94175DA7-327D-0331-8F25-A4F4409E3B8F}"/>
                </a:ext>
              </a:extLst>
            </p:cNvPr>
            <p:cNvSpPr/>
            <p:nvPr/>
          </p:nvSpPr>
          <p:spPr>
            <a:xfrm>
              <a:off x="5781673" y="2459104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D521F397-F9B4-CE8E-81AC-6208B0F063EC}"/>
                </a:ext>
              </a:extLst>
            </p:cNvPr>
            <p:cNvSpPr/>
            <p:nvPr/>
          </p:nvSpPr>
          <p:spPr>
            <a:xfrm>
              <a:off x="5781673" y="3072453"/>
              <a:ext cx="82756" cy="854228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320183B-5116-DF88-33F2-FC8D16AFDC8A}"/>
                </a:ext>
              </a:extLst>
            </p:cNvPr>
            <p:cNvCxnSpPr>
              <a:cxnSpLocks/>
              <a:stCxn id="13" idx="1"/>
              <a:endCxn id="48" idx="1"/>
            </p:cNvCxnSpPr>
            <p:nvPr/>
          </p:nvCxnSpPr>
          <p:spPr>
            <a:xfrm>
              <a:off x="5864429" y="3499567"/>
              <a:ext cx="553996" cy="689206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23FAF82-CAC2-1DA3-8E5E-65C7B0D436DA}"/>
                </a:ext>
              </a:extLst>
            </p:cNvPr>
            <p:cNvCxnSpPr>
              <a:cxnSpLocks/>
              <a:stCxn id="12" idx="1"/>
              <a:endCxn id="43" idx="1"/>
            </p:cNvCxnSpPr>
            <p:nvPr/>
          </p:nvCxnSpPr>
          <p:spPr>
            <a:xfrm>
              <a:off x="5864429" y="2746552"/>
              <a:ext cx="553996" cy="339897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0808BC6-F3F0-B0AF-CDA7-468F550CB654}"/>
                </a:ext>
              </a:extLst>
            </p:cNvPr>
            <p:cNvCxnSpPr>
              <a:cxnSpLocks/>
              <a:stCxn id="13" idx="1"/>
              <a:endCxn id="43" idx="1"/>
            </p:cNvCxnSpPr>
            <p:nvPr/>
          </p:nvCxnSpPr>
          <p:spPr>
            <a:xfrm flipV="1">
              <a:off x="5864429" y="3086449"/>
              <a:ext cx="553996" cy="413118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7D6EA28-053B-C6AB-93CD-C5278C066AC5}"/>
                </a:ext>
              </a:extLst>
            </p:cNvPr>
            <p:cNvCxnSpPr>
              <a:cxnSpLocks/>
              <a:stCxn id="13" idx="1"/>
              <a:endCxn id="47" idx="1"/>
            </p:cNvCxnSpPr>
            <p:nvPr/>
          </p:nvCxnSpPr>
          <p:spPr>
            <a:xfrm>
              <a:off x="5864429" y="3499567"/>
              <a:ext cx="553996" cy="98823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2C9998B-E5F5-994F-9072-41BDCF9C1A88}"/>
                </a:ext>
              </a:extLst>
            </p:cNvPr>
            <p:cNvCxnSpPr>
              <a:cxnSpLocks/>
              <a:stCxn id="12" idx="1"/>
              <a:endCxn id="47" idx="1"/>
            </p:cNvCxnSpPr>
            <p:nvPr/>
          </p:nvCxnSpPr>
          <p:spPr>
            <a:xfrm>
              <a:off x="5864429" y="2746552"/>
              <a:ext cx="553996" cy="174124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F631A63-0E9C-66C8-E8E8-CAD811910AAD}"/>
                </a:ext>
              </a:extLst>
            </p:cNvPr>
            <p:cNvCxnSpPr>
              <a:cxnSpLocks/>
              <a:stCxn id="13" idx="1"/>
              <a:endCxn id="41" idx="1"/>
            </p:cNvCxnSpPr>
            <p:nvPr/>
          </p:nvCxnSpPr>
          <p:spPr>
            <a:xfrm flipV="1">
              <a:off x="5864429" y="2467631"/>
              <a:ext cx="553996" cy="1031936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1275B23-A82D-324A-5F1D-649124F684EC}"/>
                </a:ext>
              </a:extLst>
            </p:cNvPr>
            <p:cNvCxnSpPr>
              <a:cxnSpLocks/>
              <a:stCxn id="13" idx="1"/>
              <a:endCxn id="42" idx="1"/>
            </p:cNvCxnSpPr>
            <p:nvPr/>
          </p:nvCxnSpPr>
          <p:spPr>
            <a:xfrm flipV="1">
              <a:off x="5864429" y="2168605"/>
              <a:ext cx="553994" cy="133096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F981116-8698-0D88-6993-2D04AD4FEBBF}"/>
                </a:ext>
              </a:extLst>
            </p:cNvPr>
            <p:cNvCxnSpPr>
              <a:cxnSpLocks/>
              <a:stCxn id="12" idx="1"/>
              <a:endCxn id="40" idx="1"/>
            </p:cNvCxnSpPr>
            <p:nvPr/>
          </p:nvCxnSpPr>
          <p:spPr>
            <a:xfrm>
              <a:off x="5864429" y="2746552"/>
              <a:ext cx="553996" cy="20105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764E24F-BA83-DE5E-B678-484ED25CD187}"/>
                </a:ext>
              </a:extLst>
            </p:cNvPr>
            <p:cNvCxnSpPr>
              <a:cxnSpLocks/>
              <a:stCxn id="12" idx="1"/>
              <a:endCxn id="41" idx="1"/>
            </p:cNvCxnSpPr>
            <p:nvPr/>
          </p:nvCxnSpPr>
          <p:spPr>
            <a:xfrm flipV="1">
              <a:off x="5864429" y="2467631"/>
              <a:ext cx="553996" cy="27892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F41C516-1629-A773-3FE5-7B260564F6C2}"/>
                </a:ext>
              </a:extLst>
            </p:cNvPr>
            <p:cNvCxnSpPr>
              <a:cxnSpLocks/>
              <a:stCxn id="12" idx="1"/>
              <a:endCxn id="42" idx="1"/>
            </p:cNvCxnSpPr>
            <p:nvPr/>
          </p:nvCxnSpPr>
          <p:spPr>
            <a:xfrm flipV="1">
              <a:off x="5864429" y="2168605"/>
              <a:ext cx="553994" cy="57794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05CF95C-3CBB-0E13-6CC2-7BB0F5AF84C5}"/>
                </a:ext>
              </a:extLst>
            </p:cNvPr>
            <p:cNvCxnSpPr>
              <a:cxnSpLocks/>
              <a:stCxn id="13" idx="1"/>
              <a:endCxn id="40" idx="1"/>
            </p:cNvCxnSpPr>
            <p:nvPr/>
          </p:nvCxnSpPr>
          <p:spPr>
            <a:xfrm flipV="1">
              <a:off x="5864429" y="2766657"/>
              <a:ext cx="553996" cy="73291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CC9F5F2-3D34-349F-9581-17D47EA0214D}"/>
                </a:ext>
              </a:extLst>
            </p:cNvPr>
            <p:cNvCxnSpPr>
              <a:cxnSpLocks/>
              <a:stCxn id="12" idx="1"/>
              <a:endCxn id="48" idx="1"/>
            </p:cNvCxnSpPr>
            <p:nvPr/>
          </p:nvCxnSpPr>
          <p:spPr>
            <a:xfrm>
              <a:off x="5864429" y="2746552"/>
              <a:ext cx="553996" cy="144222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D6EAC62-1F3D-29F9-69E9-493835200B05}"/>
                </a:ext>
              </a:extLst>
            </p:cNvPr>
            <p:cNvCxnSpPr>
              <a:cxnSpLocks/>
              <a:stCxn id="85" idx="3"/>
              <a:endCxn id="65" idx="1"/>
            </p:cNvCxnSpPr>
            <p:nvPr/>
          </p:nvCxnSpPr>
          <p:spPr>
            <a:xfrm>
              <a:off x="2848129" y="2589112"/>
              <a:ext cx="671015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C438CF4-095F-DD92-2D18-423A1CCE140D}"/>
                </a:ext>
              </a:extLst>
            </p:cNvPr>
            <p:cNvCxnSpPr>
              <a:cxnSpLocks/>
              <a:stCxn id="84" idx="3"/>
              <a:endCxn id="64" idx="1"/>
            </p:cNvCxnSpPr>
            <p:nvPr/>
          </p:nvCxnSpPr>
          <p:spPr>
            <a:xfrm>
              <a:off x="2850509" y="2894774"/>
              <a:ext cx="671017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0932F7F-A481-E60B-8063-E7310EC4DBB9}"/>
                </a:ext>
              </a:extLst>
            </p:cNvPr>
            <p:cNvCxnSpPr>
              <a:cxnSpLocks/>
              <a:stCxn id="256" idx="3"/>
            </p:cNvCxnSpPr>
            <p:nvPr/>
          </p:nvCxnSpPr>
          <p:spPr>
            <a:xfrm flipV="1">
              <a:off x="2850509" y="2589272"/>
              <a:ext cx="676825" cy="152564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8F76E30-EB82-5C00-67AA-1D09DB79531E}"/>
                </a:ext>
              </a:extLst>
            </p:cNvPr>
            <p:cNvCxnSpPr>
              <a:cxnSpLocks/>
              <a:stCxn id="90" idx="3"/>
              <a:endCxn id="69" idx="1"/>
            </p:cNvCxnSpPr>
            <p:nvPr/>
          </p:nvCxnSpPr>
          <p:spPr>
            <a:xfrm>
              <a:off x="2850509" y="3506098"/>
              <a:ext cx="671017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0B123D6-BC1E-2C91-6285-5F0D4B0942D8}"/>
                </a:ext>
              </a:extLst>
            </p:cNvPr>
            <p:cNvCxnSpPr>
              <a:cxnSpLocks/>
              <a:stCxn id="83" idx="3"/>
              <a:endCxn id="63" idx="1"/>
            </p:cNvCxnSpPr>
            <p:nvPr/>
          </p:nvCxnSpPr>
          <p:spPr>
            <a:xfrm>
              <a:off x="2850509" y="3200436"/>
              <a:ext cx="671017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7BFB02A8-4A6B-C652-B12F-1B6EA2E678F5}"/>
                </a:ext>
              </a:extLst>
            </p:cNvPr>
            <p:cNvCxnSpPr>
              <a:cxnSpLocks/>
              <a:stCxn id="256" idx="3"/>
            </p:cNvCxnSpPr>
            <p:nvPr/>
          </p:nvCxnSpPr>
          <p:spPr>
            <a:xfrm flipV="1">
              <a:off x="2850509" y="3191388"/>
              <a:ext cx="664419" cy="923525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F42253DF-3315-375E-ECA3-439DFF86DA01}"/>
                </a:ext>
              </a:extLst>
            </p:cNvPr>
            <p:cNvCxnSpPr>
              <a:cxnSpLocks/>
              <a:stCxn id="86" idx="3"/>
              <a:endCxn id="66" idx="1"/>
            </p:cNvCxnSpPr>
            <p:nvPr/>
          </p:nvCxnSpPr>
          <p:spPr>
            <a:xfrm>
              <a:off x="2850509" y="3811760"/>
              <a:ext cx="671017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21527546-947B-CB22-1F8F-4B22F9E2C323}"/>
                </a:ext>
              </a:extLst>
            </p:cNvPr>
            <p:cNvCxnSpPr>
              <a:cxnSpLocks/>
              <a:stCxn id="86" idx="3"/>
              <a:endCxn id="64" idx="1"/>
            </p:cNvCxnSpPr>
            <p:nvPr/>
          </p:nvCxnSpPr>
          <p:spPr>
            <a:xfrm flipV="1">
              <a:off x="2850509" y="2894774"/>
              <a:ext cx="671017" cy="916986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FADF31DD-B732-28F9-99B0-3BCC9A5C1892}"/>
                </a:ext>
              </a:extLst>
            </p:cNvPr>
            <p:cNvGrpSpPr/>
            <p:nvPr/>
          </p:nvGrpSpPr>
          <p:grpSpPr>
            <a:xfrm>
              <a:off x="608881" y="2424120"/>
              <a:ext cx="2266340" cy="2155067"/>
              <a:chOff x="608886" y="2557594"/>
              <a:chExt cx="2266340" cy="2155067"/>
            </a:xfrm>
          </p:grpSpPr>
          <p:sp>
            <p:nvSpPr>
              <p:cNvPr id="80" name="Rectangle: Rounded Corners 79">
                <a:extLst>
                  <a:ext uri="{FF2B5EF4-FFF2-40B4-BE49-F238E27FC236}">
                    <a16:creationId xmlns:a16="http://schemas.microsoft.com/office/drawing/2014/main" id="{22AD2A1F-8489-F812-9BE4-1230A42E4633}"/>
                  </a:ext>
                </a:extLst>
              </p:cNvPr>
              <p:cNvSpPr/>
              <p:nvPr/>
            </p:nvSpPr>
            <p:spPr>
              <a:xfrm>
                <a:off x="611265" y="2558856"/>
                <a:ext cx="2239249" cy="1852258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1" name="Rectangle: Top Corners Rounded 80">
                <a:extLst>
                  <a:ext uri="{FF2B5EF4-FFF2-40B4-BE49-F238E27FC236}">
                    <a16:creationId xmlns:a16="http://schemas.microsoft.com/office/drawing/2014/main" id="{B6F6253E-2D00-AFCC-D750-8AFB64C6EFB4}"/>
                  </a:ext>
                </a:extLst>
              </p:cNvPr>
              <p:cNvSpPr/>
              <p:nvPr/>
            </p:nvSpPr>
            <p:spPr>
              <a:xfrm rot="10800000">
                <a:off x="611268" y="3479568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1B53A0D3-F02A-ADC4-332A-3CDA4EF18D66}"/>
                  </a:ext>
                </a:extLst>
              </p:cNvPr>
              <p:cNvSpPr/>
              <p:nvPr/>
            </p:nvSpPr>
            <p:spPr>
              <a:xfrm>
                <a:off x="611267" y="2856955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67EA32AA-ECAD-A582-8A72-B363C39095EF}"/>
                  </a:ext>
                </a:extLst>
              </p:cNvPr>
              <p:cNvSpPr txBox="1"/>
              <p:nvPr/>
            </p:nvSpPr>
            <p:spPr>
              <a:xfrm>
                <a:off x="611268" y="3180021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5C39153-3898-871E-1B32-41A1A52F4F90}"/>
                  </a:ext>
                </a:extLst>
              </p:cNvPr>
              <p:cNvSpPr txBox="1"/>
              <p:nvPr/>
            </p:nvSpPr>
            <p:spPr>
              <a:xfrm>
                <a:off x="611268" y="287435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827E503-EE3C-5CFB-D987-C310C9DA8D9A}"/>
                  </a:ext>
                </a:extLst>
              </p:cNvPr>
              <p:cNvSpPr txBox="1"/>
              <p:nvPr/>
            </p:nvSpPr>
            <p:spPr>
              <a:xfrm>
                <a:off x="608886" y="2568697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10945168-4BF6-C90B-9FE2-89C879B36FCB}"/>
                  </a:ext>
                </a:extLst>
              </p:cNvPr>
              <p:cNvSpPr txBox="1"/>
              <p:nvPr/>
            </p:nvSpPr>
            <p:spPr>
              <a:xfrm>
                <a:off x="611268" y="379134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A21E353-3682-DFBD-9DE8-943DE7304CC7}"/>
                  </a:ext>
                </a:extLst>
              </p:cNvPr>
              <p:cNvSpPr/>
              <p:nvPr/>
            </p:nvSpPr>
            <p:spPr>
              <a:xfrm>
                <a:off x="611266" y="3481943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AC626EFD-BAE6-CB8E-88CB-39F25D063F07}"/>
                  </a:ext>
                </a:extLst>
              </p:cNvPr>
              <p:cNvSpPr txBox="1"/>
              <p:nvPr/>
            </p:nvSpPr>
            <p:spPr>
              <a:xfrm>
                <a:off x="611268" y="348568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RF Simulator</a:t>
                </a:r>
              </a:p>
            </p:txBody>
          </p:sp>
          <p:sp>
            <p:nvSpPr>
              <p:cNvPr id="217" name="Rectangle: Top Corners Rounded 216">
                <a:extLst>
                  <a:ext uri="{FF2B5EF4-FFF2-40B4-BE49-F238E27FC236}">
                    <a16:creationId xmlns:a16="http://schemas.microsoft.com/office/drawing/2014/main" id="{5C579593-8A1A-A1A1-76AB-0D583C269464}"/>
                  </a:ext>
                </a:extLst>
              </p:cNvPr>
              <p:cNvSpPr/>
              <p:nvPr/>
            </p:nvSpPr>
            <p:spPr>
              <a:xfrm rot="10800000">
                <a:off x="611267" y="4087525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1A21A25-F9FF-672C-C52D-A2DBC174706A}"/>
                  </a:ext>
                </a:extLst>
              </p:cNvPr>
              <p:cNvSpPr txBox="1"/>
              <p:nvPr/>
            </p:nvSpPr>
            <p:spPr>
              <a:xfrm>
                <a:off x="611267" y="4094498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57" name="Rectangle: Rounded Corners 256">
                <a:extLst>
                  <a:ext uri="{FF2B5EF4-FFF2-40B4-BE49-F238E27FC236}">
                    <a16:creationId xmlns:a16="http://schemas.microsoft.com/office/drawing/2014/main" id="{3039217D-9166-CC42-1F30-32B641C52056}"/>
                  </a:ext>
                </a:extLst>
              </p:cNvPr>
              <p:cNvSpPr/>
              <p:nvPr/>
            </p:nvSpPr>
            <p:spPr>
              <a:xfrm>
                <a:off x="611267" y="2557594"/>
                <a:ext cx="2239249" cy="1844074"/>
              </a:xfrm>
              <a:prstGeom prst="roundRect">
                <a:avLst>
                  <a:gd name="adj" fmla="val 5122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A6419861-3E40-2726-8382-3BEEFB796A09}"/>
                  </a:ext>
                </a:extLst>
              </p:cNvPr>
              <p:cNvSpPr txBox="1"/>
              <p:nvPr/>
            </p:nvSpPr>
            <p:spPr>
              <a:xfrm>
                <a:off x="635977" y="440488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</p:grpSp>
        <p:grpSp>
          <p:nvGrpSpPr>
            <p:cNvPr id="247" name="Group 246">
              <a:extLst>
                <a:ext uri="{FF2B5EF4-FFF2-40B4-BE49-F238E27FC236}">
                  <a16:creationId xmlns:a16="http://schemas.microsoft.com/office/drawing/2014/main" id="{4F825174-6497-C0BE-9BDE-BF6E637A4D71}"/>
                </a:ext>
              </a:extLst>
            </p:cNvPr>
            <p:cNvGrpSpPr/>
            <p:nvPr/>
          </p:nvGrpSpPr>
          <p:grpSpPr>
            <a:xfrm>
              <a:off x="3519144" y="2424120"/>
              <a:ext cx="2266340" cy="2155067"/>
              <a:chOff x="608886" y="2557594"/>
              <a:chExt cx="2266340" cy="2155067"/>
            </a:xfrm>
          </p:grpSpPr>
          <p:sp>
            <p:nvSpPr>
              <p:cNvPr id="60" name="Rectangle: Rounded Corners 59">
                <a:extLst>
                  <a:ext uri="{FF2B5EF4-FFF2-40B4-BE49-F238E27FC236}">
                    <a16:creationId xmlns:a16="http://schemas.microsoft.com/office/drawing/2014/main" id="{11435D9A-5ACE-BB30-D4A2-C243204BD0CE}"/>
                  </a:ext>
                </a:extLst>
              </p:cNvPr>
              <p:cNvSpPr/>
              <p:nvPr/>
            </p:nvSpPr>
            <p:spPr>
              <a:xfrm>
                <a:off x="611265" y="2558856"/>
                <a:ext cx="2239249" cy="1852258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1" name="Rectangle: Top Corners Rounded 60">
                <a:extLst>
                  <a:ext uri="{FF2B5EF4-FFF2-40B4-BE49-F238E27FC236}">
                    <a16:creationId xmlns:a16="http://schemas.microsoft.com/office/drawing/2014/main" id="{677AED58-3CC1-14FE-5BA5-A624B18BEB8F}"/>
                  </a:ext>
                </a:extLst>
              </p:cNvPr>
              <p:cNvSpPr/>
              <p:nvPr/>
            </p:nvSpPr>
            <p:spPr>
              <a:xfrm rot="10800000">
                <a:off x="611268" y="3479568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BF18EC9C-9988-F6B0-2391-1FC8883D4D50}"/>
                  </a:ext>
                </a:extLst>
              </p:cNvPr>
              <p:cNvSpPr/>
              <p:nvPr/>
            </p:nvSpPr>
            <p:spPr>
              <a:xfrm>
                <a:off x="611267" y="2856955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7BCABF4C-2024-234C-E59D-25402AB193C8}"/>
                  </a:ext>
                </a:extLst>
              </p:cNvPr>
              <p:cNvSpPr txBox="1"/>
              <p:nvPr/>
            </p:nvSpPr>
            <p:spPr>
              <a:xfrm>
                <a:off x="611268" y="3180021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2EC1E50-44CD-D751-B177-188B1D0E20DB}"/>
                  </a:ext>
                </a:extLst>
              </p:cNvPr>
              <p:cNvSpPr txBox="1"/>
              <p:nvPr/>
            </p:nvSpPr>
            <p:spPr>
              <a:xfrm>
                <a:off x="611268" y="287435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OCUDU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6649390-0018-7FF3-B0BF-45B661A862F3}"/>
                  </a:ext>
                </a:extLst>
              </p:cNvPr>
              <p:cNvSpPr txBox="1"/>
              <p:nvPr/>
            </p:nvSpPr>
            <p:spPr>
              <a:xfrm>
                <a:off x="608886" y="2568697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OCUDU : USRP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8374D8C-C586-EDB3-B768-5AB6A30261A1}"/>
                  </a:ext>
                </a:extLst>
              </p:cNvPr>
              <p:cNvSpPr txBox="1"/>
              <p:nvPr/>
            </p:nvSpPr>
            <p:spPr>
              <a:xfrm>
                <a:off x="611268" y="379134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9A3B654F-B957-7189-89B1-8E10903A42C0}"/>
                  </a:ext>
                </a:extLst>
              </p:cNvPr>
              <p:cNvSpPr/>
              <p:nvPr/>
            </p:nvSpPr>
            <p:spPr>
              <a:xfrm>
                <a:off x="611266" y="3481943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78EBC2F-2D7E-EEF0-C44F-EB5AF28D6695}"/>
                  </a:ext>
                </a:extLst>
              </p:cNvPr>
              <p:cNvSpPr txBox="1"/>
              <p:nvPr/>
            </p:nvSpPr>
            <p:spPr>
              <a:xfrm>
                <a:off x="611268" y="348568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RF Simulator</a:t>
                </a:r>
              </a:p>
            </p:txBody>
          </p:sp>
          <p:sp>
            <p:nvSpPr>
              <p:cNvPr id="70" name="Rectangle: Top Corners Rounded 69">
                <a:extLst>
                  <a:ext uri="{FF2B5EF4-FFF2-40B4-BE49-F238E27FC236}">
                    <a16:creationId xmlns:a16="http://schemas.microsoft.com/office/drawing/2014/main" id="{12D7C9F2-A1FE-27E6-EDF5-17F684E1D2BF}"/>
                  </a:ext>
                </a:extLst>
              </p:cNvPr>
              <p:cNvSpPr/>
              <p:nvPr/>
            </p:nvSpPr>
            <p:spPr>
              <a:xfrm rot="10800000">
                <a:off x="611267" y="4087525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A7DB7340-3E00-E7C1-6749-72C519E1F665}"/>
                  </a:ext>
                </a:extLst>
              </p:cNvPr>
              <p:cNvSpPr txBox="1"/>
              <p:nvPr/>
            </p:nvSpPr>
            <p:spPr>
              <a:xfrm>
                <a:off x="611267" y="4094498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78" name="Rectangle: Rounded Corners 77">
                <a:extLst>
                  <a:ext uri="{FF2B5EF4-FFF2-40B4-BE49-F238E27FC236}">
                    <a16:creationId xmlns:a16="http://schemas.microsoft.com/office/drawing/2014/main" id="{270669CB-3F07-5178-9811-9793D39AE5F7}"/>
                  </a:ext>
                </a:extLst>
              </p:cNvPr>
              <p:cNvSpPr/>
              <p:nvPr/>
            </p:nvSpPr>
            <p:spPr>
              <a:xfrm>
                <a:off x="611267" y="2557594"/>
                <a:ext cx="2239249" cy="1844074"/>
              </a:xfrm>
              <a:prstGeom prst="roundRect">
                <a:avLst>
                  <a:gd name="adj" fmla="val 5122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6862D8B3-EB1C-A5A8-23A3-C07DC559A9B0}"/>
                  </a:ext>
                </a:extLst>
              </p:cNvPr>
              <p:cNvSpPr txBox="1"/>
              <p:nvPr/>
            </p:nvSpPr>
            <p:spPr>
              <a:xfrm>
                <a:off x="635977" y="440488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B84D57B-E9DA-7FA1-4C90-0894E6ADC0DF}"/>
                </a:ext>
              </a:extLst>
            </p:cNvPr>
            <p:cNvGrpSpPr/>
            <p:nvPr/>
          </p:nvGrpSpPr>
          <p:grpSpPr>
            <a:xfrm>
              <a:off x="9297538" y="3723971"/>
              <a:ext cx="2302213" cy="647296"/>
              <a:chOff x="9110915" y="4521647"/>
              <a:chExt cx="2302213" cy="647296"/>
            </a:xfrm>
          </p:grpSpPr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2D492992-37D7-9867-8A1B-E9CB626394A7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5C7BDD0-EA14-3400-3A71-6DE41AE54CB1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27A5F84-F23E-A87E-937F-03AF890961B4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grpSp>
          <p:nvGrpSpPr>
            <p:cNvPr id="249" name="Group 248">
              <a:extLst>
                <a:ext uri="{FF2B5EF4-FFF2-40B4-BE49-F238E27FC236}">
                  <a16:creationId xmlns:a16="http://schemas.microsoft.com/office/drawing/2014/main" id="{69388072-9A36-31D9-24AF-BC6BC04E596E}"/>
                </a:ext>
              </a:extLst>
            </p:cNvPr>
            <p:cNvGrpSpPr/>
            <p:nvPr/>
          </p:nvGrpSpPr>
          <p:grpSpPr>
            <a:xfrm>
              <a:off x="8794617" y="1996585"/>
              <a:ext cx="2860204" cy="543694"/>
              <a:chOff x="8873989" y="2167447"/>
              <a:chExt cx="2860204" cy="543694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9E913C8-0891-D2AA-9DCE-C8CB3E3F0BD9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DE72E1AC-DA8C-A21B-164C-2DDAC5286E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CE255E4-F4E2-48B6-C2CF-E4E8B675EAC8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3F7F398B-58C2-CAB7-F45A-A03E672D04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50" name="Group 249">
              <a:extLst>
                <a:ext uri="{FF2B5EF4-FFF2-40B4-BE49-F238E27FC236}">
                  <a16:creationId xmlns:a16="http://schemas.microsoft.com/office/drawing/2014/main" id="{922CFB7A-0322-FD1F-7A63-F12295F66F55}"/>
                </a:ext>
              </a:extLst>
            </p:cNvPr>
            <p:cNvGrpSpPr/>
            <p:nvPr/>
          </p:nvGrpSpPr>
          <p:grpSpPr>
            <a:xfrm>
              <a:off x="6418425" y="3723971"/>
              <a:ext cx="2239410" cy="1233863"/>
              <a:chOff x="1028231" y="2318655"/>
              <a:chExt cx="2239410" cy="1233863"/>
            </a:xfrm>
          </p:grpSpPr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B66FE9C-368D-4C31-966A-169A0BAEE2CA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7AB77B1B-C545-1275-ADE9-37357448863F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857B1EAB-313F-57BA-C66E-57B5111D6ECD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B0EE6102-885A-6597-2571-1938409DD270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290833B5-3685-1198-5583-6CF9B9976501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0E5365D-1F53-6E81-2B1D-1A373BBD2E70}"/>
                  </a:ext>
                </a:extLst>
              </p:cNvPr>
              <p:cNvSpPr txBox="1"/>
              <p:nvPr/>
            </p:nvSpPr>
            <p:spPr>
              <a:xfrm>
                <a:off x="1028231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C8736FE-D0D1-B62E-BF39-F8B706C8E75D}"/>
                  </a:ext>
                </a:extLst>
              </p:cNvPr>
              <p:cNvSpPr txBox="1"/>
              <p:nvPr/>
            </p:nvSpPr>
            <p:spPr>
              <a:xfrm>
                <a:off x="1028231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AA9280A-D1AE-D263-291D-C6A238C82EA3}"/>
                  </a:ext>
                </a:extLst>
              </p:cNvPr>
              <p:cNvSpPr txBox="1"/>
              <p:nvPr/>
            </p:nvSpPr>
            <p:spPr>
              <a:xfrm>
                <a:off x="1028231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251" name="Group 250">
              <a:extLst>
                <a:ext uri="{FF2B5EF4-FFF2-40B4-BE49-F238E27FC236}">
                  <a16:creationId xmlns:a16="http://schemas.microsoft.com/office/drawing/2014/main" id="{06E620D1-0018-00DB-9491-5D444D85D3C6}"/>
                </a:ext>
              </a:extLst>
            </p:cNvPr>
            <p:cNvGrpSpPr/>
            <p:nvPr/>
          </p:nvGrpSpPr>
          <p:grpSpPr>
            <a:xfrm>
              <a:off x="6418423" y="2002652"/>
              <a:ext cx="2302000" cy="1514666"/>
              <a:chOff x="4580394" y="3243709"/>
              <a:chExt cx="2302000" cy="1514666"/>
            </a:xfrm>
          </p:grpSpPr>
          <p:sp>
            <p:nvSpPr>
              <p:cNvPr id="252" name="Rectangle: Top Corners Rounded 251">
                <a:extLst>
                  <a:ext uri="{FF2B5EF4-FFF2-40B4-BE49-F238E27FC236}">
                    <a16:creationId xmlns:a16="http://schemas.microsoft.com/office/drawing/2014/main" id="{009C609A-0852-687E-2ADC-C25F965F2AC5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3" name="Rectangle: Top Corners Rounded 252">
                <a:extLst>
                  <a:ext uri="{FF2B5EF4-FFF2-40B4-BE49-F238E27FC236}">
                    <a16:creationId xmlns:a16="http://schemas.microsoft.com/office/drawing/2014/main" id="{6B69E0E8-4D58-3181-1262-4877368B2E18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4" name="Rectangle 253">
                <a:extLst>
                  <a:ext uri="{FF2B5EF4-FFF2-40B4-BE49-F238E27FC236}">
                    <a16:creationId xmlns:a16="http://schemas.microsoft.com/office/drawing/2014/main" id="{2A103A32-1481-F637-03AA-2771F8AA200E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5" name="Rectangle: Rounded Corners 254">
                <a:extLst>
                  <a:ext uri="{FF2B5EF4-FFF2-40B4-BE49-F238E27FC236}">
                    <a16:creationId xmlns:a16="http://schemas.microsoft.com/office/drawing/2014/main" id="{BEC714A5-9600-3398-C82E-F42CEE604B00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63C8E5D-CDE6-9AA7-B0CC-2A27412D4EAC}"/>
                  </a:ext>
                </a:extLst>
              </p:cNvPr>
              <p:cNvSpPr txBox="1"/>
              <p:nvPr/>
            </p:nvSpPr>
            <p:spPr>
              <a:xfrm>
                <a:off x="4580396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Open5GCore (5gdeploy)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889FD0E-DFC5-5B01-E3C8-979AD9D11214}"/>
                  </a:ext>
                </a:extLst>
              </p:cNvPr>
              <p:cNvSpPr txBox="1"/>
              <p:nvPr/>
            </p:nvSpPr>
            <p:spPr>
              <a:xfrm>
                <a:off x="4580396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00FA449-BEDD-944C-6AD9-AEC54A97AD4D}"/>
                  </a:ext>
                </a:extLst>
              </p:cNvPr>
              <p:cNvSpPr txBox="1"/>
              <p:nvPr/>
            </p:nvSpPr>
            <p:spPr>
              <a:xfrm>
                <a:off x="4580394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CA13610-48D3-176C-28E9-55392561D306}"/>
                  </a:ext>
                </a:extLst>
              </p:cNvPr>
              <p:cNvSpPr txBox="1"/>
              <p:nvPr/>
            </p:nvSpPr>
            <p:spPr>
              <a:xfrm>
                <a:off x="4580396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193C766-F56B-1982-662C-D579734BAA17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45128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721</TotalTime>
  <Words>386</Words>
  <Application>Microsoft Office PowerPoint</Application>
  <PresentationFormat>Widescreen</PresentationFormat>
  <Paragraphs>124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144</cp:revision>
  <dcterms:created xsi:type="dcterms:W3CDTF">2025-03-21T23:15:08Z</dcterms:created>
  <dcterms:modified xsi:type="dcterms:W3CDTF">2026-06-09T21:06:41Z</dcterms:modified>
</cp:coreProperties>
</file>