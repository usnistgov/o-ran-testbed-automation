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F2F2F2"/>
    <a:srgbClr val="262626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493" autoAdjust="0"/>
    <p:restoredTop sz="94660"/>
  </p:normalViewPr>
  <p:slideViewPr>
    <p:cSldViewPr snapToGrid="0">
      <p:cViewPr>
        <p:scale>
          <a:sx n="75" d="100"/>
          <a:sy n="75" d="100"/>
        </p:scale>
        <p:origin x="393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6/5/2025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74169"/>
            <a:chOff x="1850713" y="1650083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74169"/>
            <a:chOff x="1850713" y="1617089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70179"/>
              <a:chOff x="2039317" y="1879053"/>
              <a:chExt cx="8019085" cy="347017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856781"/>
                <a:chOff x="739346" y="2194877"/>
                <a:chExt cx="8019085" cy="185678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708189"/>
                  <a:chOff x="7311071" y="2343469"/>
                  <a:chExt cx="1689168" cy="1708189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704381"/>
                    <a:chOff x="4019338" y="2347277"/>
                    <a:chExt cx="1689168" cy="1704381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83099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OAI 5G CN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Phoenix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Free5GC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575839" y="1513908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575839" y="1513908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738664"/>
              <a:chOff x="8873989" y="2167447"/>
              <a:chExt cx="2860204" cy="73866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1513255B-3A22-D9AA-3E9C-3BD57F3D4D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600</Words>
  <Application>Microsoft Office PowerPoint</Application>
  <PresentationFormat>Widescreen</PresentationFormat>
  <Paragraphs>185</Paragraphs>
  <Slides>7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67</cp:revision>
  <dcterms:created xsi:type="dcterms:W3CDTF">2025-03-21T23:15:08Z</dcterms:created>
  <dcterms:modified xsi:type="dcterms:W3CDTF">2025-06-05T15:52:14Z</dcterms:modified>
</cp:coreProperties>
</file>