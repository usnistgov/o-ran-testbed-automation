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C40E00"/>
    <a:srgbClr val="FF7B61"/>
    <a:srgbClr val="FF6600"/>
    <a:srgbClr val="0D1117"/>
    <a:srgbClr val="F2F2F2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>
        <p:scale>
          <a:sx n="75" d="100"/>
          <a:sy n="75" d="100"/>
        </p:scale>
        <p:origin x="811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386</Words>
  <Application>Microsoft Office PowerPoint</Application>
  <PresentationFormat>Widescreen</PresentationFormat>
  <Paragraphs>129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55</cp:revision>
  <dcterms:created xsi:type="dcterms:W3CDTF">2025-03-21T23:15:08Z</dcterms:created>
  <dcterms:modified xsi:type="dcterms:W3CDTF">2025-04-29T13:39:02Z</dcterms:modified>
</cp:coreProperties>
</file>