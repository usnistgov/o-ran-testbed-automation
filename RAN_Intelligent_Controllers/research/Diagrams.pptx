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64" r:id="rId6"/>
    <p:sldId id="265" r:id="rId7"/>
    <p:sldId id="259" r:id="rId8"/>
    <p:sldId id="261" r:id="rId9"/>
    <p:sldId id="260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F2F2F2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95" autoAdjust="0"/>
    <p:restoredTop sz="94660"/>
  </p:normalViewPr>
  <p:slideViewPr>
    <p:cSldViewPr snapToGrid="0">
      <p:cViewPr>
        <p:scale>
          <a:sx n="100" d="100"/>
          <a:sy n="100" d="100"/>
        </p:scale>
        <p:origin x="-883" y="-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2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6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5" Type="http://schemas.openxmlformats.org/officeDocument/2006/relationships/image" Target="../media/image28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jpe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37AE9EC-B476-11AD-7BE2-0D56AF3945BE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741AD84D-B1A3-9C27-B906-C7D6270533F0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2D553-68D7-15E4-624E-B769E1CCDB30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33E3A0D-5D50-B8ED-78D7-557C25CFA0AF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A0D4E12-3FC9-6E87-DF0E-6D25592C3931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2AD042C8-D8C8-686C-04E3-C1DA9627FCD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7F1E941-3E13-49C5-7690-78ACF6050DEF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404898D3-6C70-464B-8171-22EBA9BA462E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115" name="Oval 114">
                      <a:extLst>
                        <a:ext uri="{FF2B5EF4-FFF2-40B4-BE49-F238E27FC236}">
                          <a16:creationId xmlns:a16="http://schemas.microsoft.com/office/drawing/2014/main" id="{A4F59B52-4707-44C3-A7FB-893C92767A45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" name="Oval 116">
                      <a:extLst>
                        <a:ext uri="{FF2B5EF4-FFF2-40B4-BE49-F238E27FC236}">
                          <a16:creationId xmlns:a16="http://schemas.microsoft.com/office/drawing/2014/main" id="{6AE6F000-4645-4D6E-B014-5F446A29015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D5F18A58-7DC6-478B-AD16-813A33502DD2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1F3106DC-80E8-FB39-EE47-D21D07164908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3" name="Rectangle: Rounded Corners 2">
                      <a:extLst>
                        <a:ext uri="{FF2B5EF4-FFF2-40B4-BE49-F238E27FC236}">
                          <a16:creationId xmlns:a16="http://schemas.microsoft.com/office/drawing/2014/main" id="{676FA5F0-9072-6328-5AD3-0AA5C4AC01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D9774F6E-6E79-9D5C-73CD-F37E2DAA19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7" name="Group 6">
                    <a:extLst>
                      <a:ext uri="{FF2B5EF4-FFF2-40B4-BE49-F238E27FC236}">
                        <a16:creationId xmlns:a16="http://schemas.microsoft.com/office/drawing/2014/main" id="{A3472C23-380D-F6B9-4577-FCC39ACC3639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5" name="Rectangle: Rounded Corners 4">
                      <a:extLst>
                        <a:ext uri="{FF2B5EF4-FFF2-40B4-BE49-F238E27FC236}">
                          <a16:creationId xmlns:a16="http://schemas.microsoft.com/office/drawing/2014/main" id="{93AA82A3-42FB-C756-FA83-779EA158E1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728182E5-8037-AF99-606B-1CBB93A73E3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13B2248C-E438-FBC9-EDBF-1D9B2A1601B0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176" name="TextBox 175">
                  <a:extLst>
                    <a:ext uri="{FF2B5EF4-FFF2-40B4-BE49-F238E27FC236}">
                      <a16:creationId xmlns:a16="http://schemas.microsoft.com/office/drawing/2014/main" id="{A0649D89-E505-22A1-9F9B-838D485FC1C7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3AF03B5-ABEE-6A9E-0665-4E76E054C4D7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3561E3-B989-B4E1-7890-4F36A45A1188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DAB8416-3004-A7E9-975D-2AD8061A2F2A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8919BBE-89B4-C169-F885-E2C41B5D3829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CE0C6DFE-1B4A-CDD8-414E-2C8F06CF267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6790A086-C9BB-9F22-01C8-627725552182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109BC3B5-7515-6387-B152-338A0545A48A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0F7E4327-3B24-A579-20DC-4E04FBE9762A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65CC17AB-E282-B165-2260-E04A0D47220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3" name="Oval 22">
                      <a:extLst>
                        <a:ext uri="{FF2B5EF4-FFF2-40B4-BE49-F238E27FC236}">
                          <a16:creationId xmlns:a16="http://schemas.microsoft.com/office/drawing/2014/main" id="{6AAF88ED-F440-9178-BA85-686FF7B57F3E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14" name="Group 13">
                    <a:extLst>
                      <a:ext uri="{FF2B5EF4-FFF2-40B4-BE49-F238E27FC236}">
                        <a16:creationId xmlns:a16="http://schemas.microsoft.com/office/drawing/2014/main" id="{49F32863-BFC1-757F-5B01-BAC1A230BA39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19" name="Rectangle: Rounded Corners 18">
                      <a:extLst>
                        <a:ext uri="{FF2B5EF4-FFF2-40B4-BE49-F238E27FC236}">
                          <a16:creationId xmlns:a16="http://schemas.microsoft.com/office/drawing/2014/main" id="{DD049208-FC03-CA31-F96B-4B622E9F56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7156A02F-6D01-C389-75B6-745AC5F214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16" name="Group 15">
                    <a:extLst>
                      <a:ext uri="{FF2B5EF4-FFF2-40B4-BE49-F238E27FC236}">
                        <a16:creationId xmlns:a16="http://schemas.microsoft.com/office/drawing/2014/main" id="{12A7027B-5E3A-EC2D-BCB4-EDA5D1C0BEC8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17" name="Rectangle: Rounded Corners 16">
                      <a:extLst>
                        <a:ext uri="{FF2B5EF4-FFF2-40B4-BE49-F238E27FC236}">
                          <a16:creationId xmlns:a16="http://schemas.microsoft.com/office/drawing/2014/main" id="{10ABB812-6101-B7BC-B307-C5F721932C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2DE4C59-4701-798A-7ABE-6AB0F969D9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4177930-97C0-441E-8A21-12674904E42B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B67B94F-0D31-8E06-4AAC-5F5BF5274CC6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337A69A-A57E-6292-9DC1-C5BEEF046218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0474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592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873989" y="2167447"/>
              <a:chExt cx="2860204" cy="52322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1"/>
                <a:ext cx="2787151" cy="5027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962221" y="4222565"/>
              <a:chExt cx="2860204" cy="523220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9"/>
                <a:ext cx="2787151" cy="502746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-RAN gNB Overview — srsRAN Project documentation">
            <a:extLst>
              <a:ext uri="{FF2B5EF4-FFF2-40B4-BE49-F238E27FC236}">
                <a16:creationId xmlns:a16="http://schemas.microsoft.com/office/drawing/2014/main" id="{A7394ECF-42BA-F193-3EA6-8F345F13FC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519"/>
          <a:stretch/>
        </p:blipFill>
        <p:spPr bwMode="auto">
          <a:xfrm>
            <a:off x="4905375" y="228842"/>
            <a:ext cx="7186484" cy="1147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5G Overview">
            <a:extLst>
              <a:ext uri="{FF2B5EF4-FFF2-40B4-BE49-F238E27FC236}">
                <a16:creationId xmlns:a16="http://schemas.microsoft.com/office/drawing/2014/main" id="{36465057-85AD-DA2B-2937-4F577F845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9211" y="1595627"/>
            <a:ext cx="48768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5G Requirement: New Network Architecture | Smart Telecom Edu">
            <a:extLst>
              <a:ext uri="{FF2B5EF4-FFF2-40B4-BE49-F238E27FC236}">
                <a16:creationId xmlns:a16="http://schemas.microsoft.com/office/drawing/2014/main" id="{08726F91-2B0F-0AF5-A3EE-44C77597D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491" y="3771899"/>
            <a:ext cx="4908658" cy="2606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5G Protocol Stack | LTEProtocol.com: Your Gateway to Wireless Excellence">
            <a:extLst>
              <a:ext uri="{FF2B5EF4-FFF2-40B4-BE49-F238E27FC236}">
                <a16:creationId xmlns:a16="http://schemas.microsoft.com/office/drawing/2014/main" id="{6291FB33-293F-C88F-93BA-161477BAD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41" y="3620598"/>
            <a:ext cx="699135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B71D96-4F2C-919A-704A-46D0C3DA2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89" y="221000"/>
            <a:ext cx="4414709" cy="301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79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6EB04C3-13B2-832D-461A-C07D80900EC3}"/>
              </a:ext>
            </a:extLst>
          </p:cNvPr>
          <p:cNvGrpSpPr/>
          <p:nvPr/>
        </p:nvGrpSpPr>
        <p:grpSpPr>
          <a:xfrm>
            <a:off x="2974533" y="2575560"/>
            <a:ext cx="6378008" cy="1706880"/>
            <a:chOff x="2974533" y="2575560"/>
            <a:chExt cx="6378008" cy="17068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4A09B1F-0776-2D94-AECE-DE4BA0D19E8B}"/>
                </a:ext>
              </a:extLst>
            </p:cNvPr>
            <p:cNvSpPr/>
            <p:nvPr/>
          </p:nvSpPr>
          <p:spPr>
            <a:xfrm>
              <a:off x="2974533" y="2575560"/>
              <a:ext cx="6378008" cy="1706880"/>
            </a:xfrm>
            <a:prstGeom prst="roundRect">
              <a:avLst>
                <a:gd name="adj" fmla="val 4524"/>
              </a:avLst>
            </a:prstGeom>
            <a:solidFill>
              <a:srgbClr val="DBF0F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7CD1992-B1F5-D85A-2142-4D52AA33E96E}"/>
                </a:ext>
              </a:extLst>
            </p:cNvPr>
            <p:cNvCxnSpPr>
              <a:cxnSpLocks/>
              <a:stCxn id="20" idx="1"/>
              <a:endCxn id="24" idx="3"/>
            </p:cNvCxnSpPr>
            <p:nvPr/>
          </p:nvCxnSpPr>
          <p:spPr>
            <a:xfrm flipH="1" flipV="1">
              <a:off x="4745902" y="3437810"/>
              <a:ext cx="749484" cy="65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02924FF-D488-1132-C790-2B9B96CF37D0}"/>
                </a:ext>
              </a:extLst>
            </p:cNvPr>
            <p:cNvGrpSpPr/>
            <p:nvPr/>
          </p:nvGrpSpPr>
          <p:grpSpPr>
            <a:xfrm>
              <a:off x="3109608" y="2701524"/>
              <a:ext cx="1702648" cy="1468106"/>
              <a:chOff x="1451811" y="1299410"/>
              <a:chExt cx="1702648" cy="190098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C2B7BCC7-AAC9-8722-0E5A-49090390D2BE}"/>
                  </a:ext>
                </a:extLst>
              </p:cNvPr>
              <p:cNvGrpSpPr/>
              <p:nvPr/>
            </p:nvGrpSpPr>
            <p:grpSpPr>
              <a:xfrm>
                <a:off x="1451811" y="1299410"/>
                <a:ext cx="882313" cy="1900989"/>
                <a:chOff x="1451811" y="1299410"/>
                <a:chExt cx="882313" cy="1900989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F8F44F4B-F668-10EE-E29B-75FCA45DA90F}"/>
                    </a:ext>
                  </a:extLst>
                </p:cNvPr>
                <p:cNvGrpSpPr/>
                <p:nvPr/>
              </p:nvGrpSpPr>
              <p:grpSpPr>
                <a:xfrm>
                  <a:off x="1451811" y="1299410"/>
                  <a:ext cx="544360" cy="1900989"/>
                  <a:chOff x="1685491" y="1299410"/>
                  <a:chExt cx="544360" cy="1900989"/>
                </a:xfrm>
              </p:grpSpPr>
              <p:sp>
                <p:nvSpPr>
                  <p:cNvPr id="31" name="Rectangle: Rounded Corners 30">
                    <a:extLst>
                      <a:ext uri="{FF2B5EF4-FFF2-40B4-BE49-F238E27FC236}">
                        <a16:creationId xmlns:a16="http://schemas.microsoft.com/office/drawing/2014/main" id="{9C1BD43C-3043-3C7B-3125-142BC70D4E72}"/>
                      </a:ext>
                    </a:extLst>
                  </p:cNvPr>
                  <p:cNvSpPr/>
                  <p:nvPr/>
                </p:nvSpPr>
                <p:spPr>
                  <a:xfrm>
                    <a:off x="1685491" y="1299410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  <p:sp>
                <p:nvSpPr>
                  <p:cNvPr id="32" name="Rectangle: Rounded Corners 31">
                    <a:extLst>
                      <a:ext uri="{FF2B5EF4-FFF2-40B4-BE49-F238E27FC236}">
                        <a16:creationId xmlns:a16="http://schemas.microsoft.com/office/drawing/2014/main" id="{B65964A7-AD4C-06E4-EE76-FBD966EB7A0A}"/>
                      </a:ext>
                    </a:extLst>
                  </p:cNvPr>
                  <p:cNvSpPr/>
                  <p:nvPr/>
                </p:nvSpPr>
                <p:spPr>
                  <a:xfrm>
                    <a:off x="1685491" y="1957136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  <p:sp>
                <p:nvSpPr>
                  <p:cNvPr id="33" name="Rectangle: Rounded Corners 32">
                    <a:extLst>
                      <a:ext uri="{FF2B5EF4-FFF2-40B4-BE49-F238E27FC236}">
                        <a16:creationId xmlns:a16="http://schemas.microsoft.com/office/drawing/2014/main" id="{B68994C4-8220-556E-F23B-83BE69B55D25}"/>
                      </a:ext>
                    </a:extLst>
                  </p:cNvPr>
                  <p:cNvSpPr/>
                  <p:nvPr/>
                </p:nvSpPr>
                <p:spPr>
                  <a:xfrm>
                    <a:off x="1685491" y="2614862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</p:grp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C09AA416-09AC-3AFE-B0CF-6892D52A2A85}"/>
                    </a:ext>
                  </a:extLst>
                </p:cNvPr>
                <p:cNvCxnSpPr>
                  <a:cxnSpLocks/>
                  <a:stCxn id="24" idx="1"/>
                  <a:endCxn id="31" idx="3"/>
                </p:cNvCxnSpPr>
                <p:nvPr/>
              </p:nvCxnSpPr>
              <p:spPr>
                <a:xfrm flipH="1" flipV="1">
                  <a:off x="1996171" y="1592179"/>
                  <a:ext cx="337953" cy="66061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D22EF14C-54AA-A9CE-D455-7C9A1F66C8DA}"/>
                    </a:ext>
                  </a:extLst>
                </p:cNvPr>
                <p:cNvCxnSpPr>
                  <a:cxnSpLocks/>
                  <a:stCxn id="24" idx="1"/>
                  <a:endCxn id="32" idx="3"/>
                </p:cNvCxnSpPr>
                <p:nvPr/>
              </p:nvCxnSpPr>
              <p:spPr>
                <a:xfrm flipH="1" flipV="1">
                  <a:off x="1996171" y="2249904"/>
                  <a:ext cx="337953" cy="2891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DFDDB555-A935-B7ED-235F-75C1F2EC96A1}"/>
                    </a:ext>
                  </a:extLst>
                </p:cNvPr>
                <p:cNvCxnSpPr>
                  <a:cxnSpLocks/>
                  <a:stCxn id="24" idx="1"/>
                  <a:endCxn id="33" idx="3"/>
                </p:cNvCxnSpPr>
                <p:nvPr/>
              </p:nvCxnSpPr>
              <p:spPr>
                <a:xfrm flipH="1">
                  <a:off x="1996171" y="2252796"/>
                  <a:ext cx="337953" cy="654834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13BF788-E53F-9CD1-CE9C-08BF62AD3EBE}"/>
                  </a:ext>
                </a:extLst>
              </p:cNvPr>
              <p:cNvGrpSpPr/>
              <p:nvPr/>
            </p:nvGrpSpPr>
            <p:grpSpPr>
              <a:xfrm>
                <a:off x="2300585" y="1930839"/>
                <a:ext cx="853874" cy="614726"/>
                <a:chOff x="2300585" y="1930839"/>
                <a:chExt cx="853874" cy="614726"/>
              </a:xfrm>
            </p:grpSpPr>
            <p:sp>
              <p:nvSpPr>
                <p:cNvPr id="24" name="Rectangle: Rounded Corners 23">
                  <a:extLst>
                    <a:ext uri="{FF2B5EF4-FFF2-40B4-BE49-F238E27FC236}">
                      <a16:creationId xmlns:a16="http://schemas.microsoft.com/office/drawing/2014/main" id="{94B784CE-4CED-0B2F-C06E-13BA5C6D26B1}"/>
                    </a:ext>
                  </a:extLst>
                </p:cNvPr>
                <p:cNvSpPr/>
                <p:nvPr/>
              </p:nvSpPr>
              <p:spPr>
                <a:xfrm>
                  <a:off x="2334124" y="1960028"/>
                  <a:ext cx="753981" cy="585537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gNB</a:t>
                  </a:r>
                </a:p>
              </p:txBody>
            </p:sp>
            <p:sp>
              <p:nvSpPr>
                <p:cNvPr id="25" name="Rectangle: Rounded Corners 24">
                  <a:extLst>
                    <a:ext uri="{FF2B5EF4-FFF2-40B4-BE49-F238E27FC236}">
                      <a16:creationId xmlns:a16="http://schemas.microsoft.com/office/drawing/2014/main" id="{F9DBE718-B94B-F16E-6147-9CDFF056B02C}"/>
                    </a:ext>
                  </a:extLst>
                </p:cNvPr>
                <p:cNvSpPr/>
                <p:nvPr/>
              </p:nvSpPr>
              <p:spPr>
                <a:xfrm>
                  <a:off x="3012756" y="2155382"/>
                  <a:ext cx="141703" cy="189443"/>
                </a:xfrm>
                <a:prstGeom prst="roundRect">
                  <a:avLst>
                    <a:gd name="adj" fmla="val 25490"/>
                  </a:avLst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C01354-0AB0-265D-E19E-ACCC3B58038F}"/>
                    </a:ext>
                  </a:extLst>
                </p:cNvPr>
                <p:cNvSpPr txBox="1"/>
                <p:nvPr/>
              </p:nvSpPr>
              <p:spPr>
                <a:xfrm>
                  <a:off x="2300585" y="1930839"/>
                  <a:ext cx="821059" cy="2000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7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OpenAirInterface</a:t>
                  </a:r>
                </a:p>
              </p:txBody>
            </p: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56BA1C0-C4BB-BE6E-09E5-EDB3FA25F306}"/>
                </a:ext>
              </a:extLst>
            </p:cNvPr>
            <p:cNvGrpSpPr/>
            <p:nvPr/>
          </p:nvGrpSpPr>
          <p:grpSpPr>
            <a:xfrm>
              <a:off x="5495386" y="3116511"/>
              <a:ext cx="1380443" cy="614726"/>
              <a:chOff x="3837589" y="1930839"/>
              <a:chExt cx="1380443" cy="614726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B04486F9-8CB3-BA55-5E3A-51043C1161B5}"/>
                  </a:ext>
                </a:extLst>
              </p:cNvPr>
              <p:cNvSpPr/>
              <p:nvPr/>
            </p:nvSpPr>
            <p:spPr>
              <a:xfrm>
                <a:off x="3837589" y="1960028"/>
                <a:ext cx="1380443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O1 Adapter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01172F1-265A-3ACE-F222-8B3F812FE109}"/>
                  </a:ext>
                </a:extLst>
              </p:cNvPr>
              <p:cNvSpPr txBox="1"/>
              <p:nvPr/>
            </p:nvSpPr>
            <p:spPr>
              <a:xfrm>
                <a:off x="4117280" y="1930839"/>
                <a:ext cx="821059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</a:t>
                </a:r>
              </a:p>
            </p:txBody>
          </p:sp>
        </p:grp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7C8768EE-019B-4786-889B-241D7BEA5029}"/>
                </a:ext>
              </a:extLst>
            </p:cNvPr>
            <p:cNvSpPr/>
            <p:nvPr/>
          </p:nvSpPr>
          <p:spPr>
            <a:xfrm>
              <a:off x="4745901" y="2701839"/>
              <a:ext cx="1580684" cy="300565"/>
            </a:xfrm>
            <a:prstGeom prst="wedgeRoundRectCallout">
              <a:avLst>
                <a:gd name="adj1" fmla="val -44446"/>
                <a:gd name="adj2" fmla="val 155070"/>
                <a:gd name="adj3" fmla="val 16667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Telnet Server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F654B56-D0FE-9705-347A-E9A0C7259973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6875829" y="3435577"/>
              <a:ext cx="749484" cy="367833"/>
            </a:xfrm>
            <a:prstGeom prst="line">
              <a:avLst/>
            </a:prstGeom>
            <a:ln>
              <a:headEnd type="arrow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F76B1D6-A203-E77C-4D53-AC36FF89A215}"/>
                </a:ext>
              </a:extLst>
            </p:cNvPr>
            <p:cNvSpPr/>
            <p:nvPr/>
          </p:nvSpPr>
          <p:spPr>
            <a:xfrm>
              <a:off x="6804977" y="3367179"/>
              <a:ext cx="141703" cy="141703"/>
            </a:xfrm>
            <a:prstGeom prst="roundRect">
              <a:avLst>
                <a:gd name="adj" fmla="val 25490"/>
              </a:avLst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peech Bubble: Rectangle with Corners Rounded 12">
              <a:extLst>
                <a:ext uri="{FF2B5EF4-FFF2-40B4-BE49-F238E27FC236}">
                  <a16:creationId xmlns:a16="http://schemas.microsoft.com/office/drawing/2014/main" id="{3F54D99C-840C-00E9-D78A-966783930513}"/>
                </a:ext>
              </a:extLst>
            </p:cNvPr>
            <p:cNvSpPr/>
            <p:nvPr/>
          </p:nvSpPr>
          <p:spPr>
            <a:xfrm flipH="1">
              <a:off x="5072518" y="3873064"/>
              <a:ext cx="1939420" cy="300565"/>
            </a:xfrm>
            <a:prstGeom prst="wedgeRoundRectCallout">
              <a:avLst>
                <a:gd name="adj1" fmla="val -39426"/>
                <a:gd name="adj2" fmla="val -148622"/>
                <a:gd name="adj3" fmla="val 16667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NETCONF Server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24AB07A-1A5B-5ACF-B65B-816EAAF58EA1}"/>
                </a:ext>
              </a:extLst>
            </p:cNvPr>
            <p:cNvCxnSpPr>
              <a:cxnSpLocks/>
              <a:endCxn id="18" idx="3"/>
            </p:cNvCxnSpPr>
            <p:nvPr/>
          </p:nvCxnSpPr>
          <p:spPr>
            <a:xfrm flipH="1">
              <a:off x="8631767" y="3803410"/>
              <a:ext cx="24979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E15130A-2F5A-AC26-7CB1-723DD14E6E91}"/>
                </a:ext>
              </a:extLst>
            </p:cNvPr>
            <p:cNvGrpSpPr/>
            <p:nvPr/>
          </p:nvGrpSpPr>
          <p:grpSpPr>
            <a:xfrm>
              <a:off x="7625313" y="2774975"/>
              <a:ext cx="1006454" cy="1321203"/>
              <a:chOff x="5967516" y="1221469"/>
              <a:chExt cx="1006454" cy="1321203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3C91E35C-D730-4F2A-A6C0-F5DB23F0B23C}"/>
                  </a:ext>
                </a:extLst>
              </p:cNvPr>
              <p:cNvSpPr/>
              <p:nvPr/>
            </p:nvSpPr>
            <p:spPr>
              <a:xfrm>
                <a:off x="5967516" y="1957135"/>
                <a:ext cx="1006454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1447506B-A068-7CC5-68CB-A171CEE44055}"/>
                  </a:ext>
                </a:extLst>
              </p:cNvPr>
              <p:cNvSpPr/>
              <p:nvPr/>
            </p:nvSpPr>
            <p:spPr>
              <a:xfrm>
                <a:off x="5967516" y="1221469"/>
                <a:ext cx="1006454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B777EB9-626C-CCA4-B12F-E2A04D893EF7}"/>
                </a:ext>
              </a:extLst>
            </p:cNvPr>
            <p:cNvCxnSpPr>
              <a:cxnSpLocks/>
              <a:stCxn id="19" idx="1"/>
              <a:endCxn id="12" idx="3"/>
            </p:cNvCxnSpPr>
            <p:nvPr/>
          </p:nvCxnSpPr>
          <p:spPr>
            <a:xfrm flipH="1">
              <a:off x="6946680" y="3067744"/>
              <a:ext cx="678633" cy="370287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A470185-A33C-DB86-47B5-AB273427E564}"/>
                </a:ext>
              </a:extLst>
            </p:cNvPr>
            <p:cNvGrpSpPr/>
            <p:nvPr/>
          </p:nvGrpSpPr>
          <p:grpSpPr>
            <a:xfrm>
              <a:off x="8654914" y="3287694"/>
              <a:ext cx="697627" cy="727425"/>
              <a:chOff x="8654914" y="3287694"/>
              <a:chExt cx="697627" cy="727425"/>
            </a:xfrm>
          </p:grpSpPr>
          <p:pic>
            <p:nvPicPr>
              <p:cNvPr id="14" name="Graphic 13" descr="Database with solid fill">
                <a:extLst>
                  <a:ext uri="{FF2B5EF4-FFF2-40B4-BE49-F238E27FC236}">
                    <a16:creationId xmlns:a16="http://schemas.microsoft.com/office/drawing/2014/main" id="{A1063F4F-21AC-0E37-2CC6-4FCEE9DD00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4046" y="3591699"/>
                <a:ext cx="423420" cy="423420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90CD3CB-E954-E9B3-5E89-BD0233A8DCA5}"/>
                  </a:ext>
                </a:extLst>
              </p:cNvPr>
              <p:cNvSpPr txBox="1"/>
              <p:nvPr/>
            </p:nvSpPr>
            <p:spPr>
              <a:xfrm>
                <a:off x="8654914" y="3287694"/>
                <a:ext cx="6976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DME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01091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</TotalTime>
  <Words>771</Words>
  <Application>Microsoft Office PowerPoint</Application>
  <PresentationFormat>Widescreen</PresentationFormat>
  <Paragraphs>259</Paragraphs>
  <Slides>11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105</cp:revision>
  <dcterms:created xsi:type="dcterms:W3CDTF">2025-03-21T23:15:08Z</dcterms:created>
  <dcterms:modified xsi:type="dcterms:W3CDTF">2025-09-19T15:01:26Z</dcterms:modified>
</cp:coreProperties>
</file>