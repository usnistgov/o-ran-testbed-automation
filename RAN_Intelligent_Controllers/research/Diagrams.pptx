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C40E00"/>
    <a:srgbClr val="FF7B61"/>
    <a:srgbClr val="FF6600"/>
    <a:srgbClr val="0D1117"/>
    <a:srgbClr val="F2F2F2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60"/>
  </p:normalViewPr>
  <p:slideViewPr>
    <p:cSldViewPr snapToGrid="0">
      <p:cViewPr>
        <p:scale>
          <a:sx n="75" d="100"/>
          <a:sy n="75" d="100"/>
        </p:scale>
        <p:origin x="1050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1850713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1850713" y="1617089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281367"/>
                  <a:chOff x="7311071" y="2343469"/>
                  <a:chExt cx="1689168" cy="1281367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277559"/>
                    <a:chOff x="4019338" y="2347277"/>
                    <a:chExt cx="1689168" cy="1277559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1081463"/>
                      <a:chOff x="4019338" y="2347277"/>
                      <a:chExt cx="1568356" cy="1081463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3120963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347837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873989" y="2167447"/>
              <a:chExt cx="2860204" cy="7386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705139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9C57C3EC-B1EB-B8F3-36AA-A15E64D94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758903"/>
                <a:ext cx="210474" cy="0"/>
              </a:xfrm>
              <a:prstGeom prst="line">
                <a:avLst/>
              </a:prstGeom>
              <a:ln w="12700">
                <a:solidFill>
                  <a:srgbClr val="C40E00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rgbClr val="FF7B6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962221" y="4222565"/>
              <a:chExt cx="2860204" cy="738664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8"/>
                <a:ext cx="2787151" cy="705139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65363D5-40A1-F6AF-3318-E7F22DE660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814021"/>
                <a:ext cx="210474" cy="0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Rectangle: Rounded Corners 321">
            <a:extLst>
              <a:ext uri="{FF2B5EF4-FFF2-40B4-BE49-F238E27FC236}">
                <a16:creationId xmlns:a16="http://schemas.microsoft.com/office/drawing/2014/main" id="{A0D81E5A-0064-1E68-166F-BC38892F6D96}"/>
              </a:ext>
            </a:extLst>
          </p:cNvPr>
          <p:cNvSpPr/>
          <p:nvPr/>
        </p:nvSpPr>
        <p:spPr>
          <a:xfrm>
            <a:off x="6353680" y="1690777"/>
            <a:ext cx="2517752" cy="2880797"/>
          </a:xfrm>
          <a:prstGeom prst="roundRect">
            <a:avLst>
              <a:gd name="adj" fmla="val 2856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0739420-0123-DB6F-5885-960E057BE8AB}"/>
              </a:ext>
            </a:extLst>
          </p:cNvPr>
          <p:cNvSpPr/>
          <p:nvPr/>
        </p:nvSpPr>
        <p:spPr>
          <a:xfrm>
            <a:off x="575839" y="2069432"/>
            <a:ext cx="11199066" cy="1945979"/>
          </a:xfrm>
          <a:prstGeom prst="roundRect">
            <a:avLst>
              <a:gd name="adj" fmla="val 3896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19AEC2F8-5A21-3B40-519C-F2CA97AA5EE4}"/>
              </a:ext>
            </a:extLst>
          </p:cNvPr>
          <p:cNvCxnSpPr>
            <a:cxnSpLocks/>
            <a:stCxn id="201" idx="3"/>
            <a:endCxn id="276" idx="1"/>
          </p:cNvCxnSpPr>
          <p:nvPr/>
        </p:nvCxnSpPr>
        <p:spPr>
          <a:xfrm>
            <a:off x="2929887" y="2336371"/>
            <a:ext cx="67681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B08242A5-1335-1B3A-F36E-92F7ACADE36C}"/>
              </a:ext>
            </a:extLst>
          </p:cNvPr>
          <p:cNvCxnSpPr>
            <a:cxnSpLocks/>
            <a:stCxn id="200" idx="3"/>
            <a:endCxn id="275" idx="1"/>
          </p:cNvCxnSpPr>
          <p:nvPr/>
        </p:nvCxnSpPr>
        <p:spPr>
          <a:xfrm>
            <a:off x="2929886" y="2642033"/>
            <a:ext cx="68063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Straight Connector 349">
            <a:extLst>
              <a:ext uri="{FF2B5EF4-FFF2-40B4-BE49-F238E27FC236}">
                <a16:creationId xmlns:a16="http://schemas.microsoft.com/office/drawing/2014/main" id="{03562168-DCAA-1D7C-522F-29E8943268AD}"/>
              </a:ext>
            </a:extLst>
          </p:cNvPr>
          <p:cNvCxnSpPr>
            <a:cxnSpLocks/>
            <a:stCxn id="202" idx="3"/>
            <a:endCxn id="276" idx="1"/>
          </p:cNvCxnSpPr>
          <p:nvPr/>
        </p:nvCxnSpPr>
        <p:spPr>
          <a:xfrm flipV="1">
            <a:off x="2929886" y="2336371"/>
            <a:ext cx="676820" cy="122264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E96F9127-6829-F9FD-FB9A-07BC9E2C0085}"/>
              </a:ext>
            </a:extLst>
          </p:cNvPr>
          <p:cNvCxnSpPr>
            <a:cxnSpLocks/>
            <a:stCxn id="209" idx="3"/>
            <a:endCxn id="280" idx="1"/>
          </p:cNvCxnSpPr>
          <p:nvPr/>
        </p:nvCxnSpPr>
        <p:spPr>
          <a:xfrm>
            <a:off x="2929886" y="3253357"/>
            <a:ext cx="68063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85981B5D-8D58-316D-8BA0-E0B5EC7F6C13}"/>
              </a:ext>
            </a:extLst>
          </p:cNvPr>
          <p:cNvCxnSpPr>
            <a:cxnSpLocks/>
            <a:stCxn id="199" idx="3"/>
            <a:endCxn id="274" idx="1"/>
          </p:cNvCxnSpPr>
          <p:nvPr/>
        </p:nvCxnSpPr>
        <p:spPr>
          <a:xfrm>
            <a:off x="2929886" y="2947695"/>
            <a:ext cx="665196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ight Brace 1">
            <a:extLst>
              <a:ext uri="{FF2B5EF4-FFF2-40B4-BE49-F238E27FC236}">
                <a16:creationId xmlns:a16="http://schemas.microsoft.com/office/drawing/2014/main" id="{2A8D8D8A-42F1-94E4-4204-822955899560}"/>
              </a:ext>
            </a:extLst>
          </p:cNvPr>
          <p:cNvSpPr/>
          <p:nvPr/>
        </p:nvSpPr>
        <p:spPr>
          <a:xfrm>
            <a:off x="5861045" y="2206203"/>
            <a:ext cx="82756" cy="574896"/>
          </a:xfrm>
          <a:prstGeom prst="rightBrace">
            <a:avLst>
              <a:gd name="adj1" fmla="val 88901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ight Brace 2">
            <a:extLst>
              <a:ext uri="{FF2B5EF4-FFF2-40B4-BE49-F238E27FC236}">
                <a16:creationId xmlns:a16="http://schemas.microsoft.com/office/drawing/2014/main" id="{7E2A8974-C683-F013-EE39-E7DAD5BD85E5}"/>
              </a:ext>
            </a:extLst>
          </p:cNvPr>
          <p:cNvSpPr/>
          <p:nvPr/>
        </p:nvSpPr>
        <p:spPr>
          <a:xfrm>
            <a:off x="5861045" y="2819553"/>
            <a:ext cx="82756" cy="574896"/>
          </a:xfrm>
          <a:prstGeom prst="rightBrace">
            <a:avLst>
              <a:gd name="adj1" fmla="val 88901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A9832EC4-0E44-30A3-4E70-CD46C82868E4}"/>
              </a:ext>
            </a:extLst>
          </p:cNvPr>
          <p:cNvGrpSpPr/>
          <p:nvPr/>
        </p:nvGrpSpPr>
        <p:grpSpPr>
          <a:xfrm>
            <a:off x="3594298" y="2171378"/>
            <a:ext cx="2263961" cy="1844033"/>
            <a:chOff x="3916949" y="3691197"/>
            <a:chExt cx="2263961" cy="1844033"/>
          </a:xfrm>
        </p:grpSpPr>
        <p:sp>
          <p:nvSpPr>
            <p:cNvPr id="271" name="Rectangle: Rounded Corners 270">
              <a:extLst>
                <a:ext uri="{FF2B5EF4-FFF2-40B4-BE49-F238E27FC236}">
                  <a16:creationId xmlns:a16="http://schemas.microsoft.com/office/drawing/2014/main" id="{D7B4D6CF-6257-A2E5-C9CA-3300DB701243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2" name="Rectangle: Top Corners Rounded 271">
              <a:extLst>
                <a:ext uri="{FF2B5EF4-FFF2-40B4-BE49-F238E27FC236}">
                  <a16:creationId xmlns:a16="http://schemas.microsoft.com/office/drawing/2014/main" id="{9EACF07D-32F6-2137-DA90-32B66227DEC0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Rectangle 272">
              <a:extLst>
                <a:ext uri="{FF2B5EF4-FFF2-40B4-BE49-F238E27FC236}">
                  <a16:creationId xmlns:a16="http://schemas.microsoft.com/office/drawing/2014/main" id="{D6075B7C-6B1B-AA09-28DC-A0AB26B8A4EF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0F1D9381-EB89-C1C5-783F-90CB3F61BF0E}"/>
                </a:ext>
              </a:extLst>
            </p:cNvPr>
            <p:cNvSpPr txBox="1"/>
            <p:nvPr/>
          </p:nvSpPr>
          <p:spPr>
            <a:xfrm>
              <a:off x="3917733" y="4313625"/>
              <a:ext cx="223768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: USRP</a:t>
              </a: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8AE50F6-876D-1B55-54CD-525FF6E92E84}"/>
                </a:ext>
              </a:extLst>
            </p:cNvPr>
            <p:cNvSpPr txBox="1"/>
            <p:nvPr/>
          </p:nvSpPr>
          <p:spPr>
            <a:xfrm>
              <a:off x="3933168" y="4007963"/>
              <a:ext cx="220681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: </a:t>
              </a:r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1413A169-90A0-F78F-98F8-C95D3D06F347}"/>
                </a:ext>
              </a:extLst>
            </p:cNvPr>
            <p:cNvSpPr txBox="1"/>
            <p:nvPr/>
          </p:nvSpPr>
          <p:spPr>
            <a:xfrm>
              <a:off x="3929357" y="3702301"/>
              <a:ext cx="220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: USRP</a:t>
              </a:r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96F5014D-82C8-C27A-8EF4-CC8285452C10}"/>
                </a:ext>
              </a:extLst>
            </p:cNvPr>
            <p:cNvSpPr txBox="1"/>
            <p:nvPr/>
          </p:nvSpPr>
          <p:spPr>
            <a:xfrm>
              <a:off x="3933168" y="4924949"/>
              <a:ext cx="220681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: E2 Simulator</a:t>
              </a:r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3BDAD62F-06B2-79B2-26C5-B0000A989788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83A50FAE-7494-A2B4-0F14-D16BA097F548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116DFE2-7F21-FE11-0F36-441A58E9A2C3}"/>
                </a:ext>
              </a:extLst>
            </p:cNvPr>
            <p:cNvSpPr txBox="1"/>
            <p:nvPr/>
          </p:nvSpPr>
          <p:spPr>
            <a:xfrm>
              <a:off x="3933168" y="4619287"/>
              <a:ext cx="220681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OAI : 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1" name="Rectangle: Rounded Corners 280">
              <a:extLst>
                <a:ext uri="{FF2B5EF4-FFF2-40B4-BE49-F238E27FC236}">
                  <a16:creationId xmlns:a16="http://schemas.microsoft.com/office/drawing/2014/main" id="{4D54D83B-619F-C188-C380-2C35CAF9BF85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7A854522-CD14-6BE1-A26D-F4B8091652DF}"/>
              </a:ext>
            </a:extLst>
          </p:cNvPr>
          <p:cNvGrpSpPr/>
          <p:nvPr/>
        </p:nvGrpSpPr>
        <p:grpSpPr>
          <a:xfrm>
            <a:off x="690637" y="2171378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16952" y="4313625"/>
              <a:ext cx="223924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: USRP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16952" y="4007963"/>
              <a:ext cx="223924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 : </a:t>
              </a:r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16951" y="3702301"/>
              <a:ext cx="22392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 : USRP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16952" y="4924949"/>
              <a:ext cx="223924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5G Mobile Phone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16952" y="4619287"/>
              <a:ext cx="223924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: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C7A28311-B01E-C743-5717-5D14FED17C39}"/>
              </a:ext>
            </a:extLst>
          </p:cNvPr>
          <p:cNvGrpSpPr/>
          <p:nvPr/>
        </p:nvGrpSpPr>
        <p:grpSpPr>
          <a:xfrm>
            <a:off x="9376910" y="3337714"/>
            <a:ext cx="2302213" cy="647296"/>
            <a:chOff x="9110915" y="4521647"/>
            <a:chExt cx="2302213" cy="647296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C9184302-A9D9-791B-1672-1678F45A7E55}"/>
                </a:ext>
              </a:extLst>
            </p:cNvPr>
            <p:cNvSpPr/>
            <p:nvPr/>
          </p:nvSpPr>
          <p:spPr>
            <a:xfrm>
              <a:off x="9110917" y="4521647"/>
              <a:ext cx="2239249" cy="333931"/>
            </a:xfrm>
            <a:prstGeom prst="roundRect">
              <a:avLst>
                <a:gd name="adj" fmla="val 28947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9BDE51E9-FC26-93B1-D16F-98B8FB9FEE2F}"/>
                </a:ext>
              </a:extLst>
            </p:cNvPr>
            <p:cNvSpPr txBox="1"/>
            <p:nvPr/>
          </p:nvSpPr>
          <p:spPr>
            <a:xfrm>
              <a:off x="9110915" y="4535517"/>
              <a:ext cx="2238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: Non-RT RIC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C18DB793-99BB-9141-9857-0496732E9F2F}"/>
                </a:ext>
              </a:extLst>
            </p:cNvPr>
            <p:cNvSpPr txBox="1"/>
            <p:nvPr/>
          </p:nvSpPr>
          <p:spPr>
            <a:xfrm>
              <a:off x="9173879" y="486116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F4BAE37-81CB-F3FB-EAED-6C481A15D7A4}"/>
              </a:ext>
            </a:extLst>
          </p:cNvPr>
          <p:cNvGrpSpPr/>
          <p:nvPr/>
        </p:nvGrpSpPr>
        <p:grpSpPr>
          <a:xfrm>
            <a:off x="8873989" y="2167447"/>
            <a:ext cx="2860204" cy="738664"/>
            <a:chOff x="8873989" y="2167447"/>
            <a:chExt cx="2860204" cy="7386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40F11AF-0E17-5252-2864-12FAED76A826}"/>
                </a:ext>
              </a:extLst>
            </p:cNvPr>
            <p:cNvSpPr/>
            <p:nvPr/>
          </p:nvSpPr>
          <p:spPr>
            <a:xfrm>
              <a:off x="8873989" y="2187920"/>
              <a:ext cx="2787151" cy="70513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EB7CE28-570D-A649-CDDD-D2D4267E56C2}"/>
                </a:ext>
              </a:extLst>
            </p:cNvPr>
            <p:cNvCxnSpPr>
              <a:cxnSpLocks/>
            </p:cNvCxnSpPr>
            <p:nvPr/>
          </p:nvCxnSpPr>
          <p:spPr>
            <a:xfrm>
              <a:off x="8967214" y="2323726"/>
              <a:ext cx="210474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4D782A1-F8AE-355C-132E-E89499CD1C8D}"/>
                </a:ext>
              </a:extLst>
            </p:cNvPr>
            <p:cNvSpPr txBox="1"/>
            <p:nvPr/>
          </p:nvSpPr>
          <p:spPr>
            <a:xfrm>
              <a:off x="9147085" y="2167447"/>
              <a:ext cx="2587108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Supported by default installation</a:t>
              </a:r>
              <a:b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Supported after adjusting configs</a:t>
              </a:r>
            </a:p>
            <a:p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Presumably not supported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90BE35D-3534-C8E0-8BAC-13AA49C1B7B8}"/>
                </a:ext>
              </a:extLst>
            </p:cNvPr>
            <p:cNvCxnSpPr>
              <a:cxnSpLocks/>
            </p:cNvCxnSpPr>
            <p:nvPr/>
          </p:nvCxnSpPr>
          <p:spPr>
            <a:xfrm>
              <a:off x="8967214" y="2541315"/>
              <a:ext cx="210474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C57C3EC-B1EB-B8F3-36AA-A15E64D94D01}"/>
                </a:ext>
              </a:extLst>
            </p:cNvPr>
            <p:cNvCxnSpPr>
              <a:cxnSpLocks/>
            </p:cNvCxnSpPr>
            <p:nvPr/>
          </p:nvCxnSpPr>
          <p:spPr>
            <a:xfrm>
              <a:off x="8967214" y="2758903"/>
              <a:ext cx="210474" cy="0"/>
            </a:xfrm>
            <a:prstGeom prst="line">
              <a:avLst/>
            </a:prstGeom>
            <a:ln w="12700">
              <a:solidFill>
                <a:srgbClr val="C40E00"/>
              </a:solidFill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5E9855-DB2F-EF47-9B6D-8D24DD2BDB8D}"/>
              </a:ext>
            </a:extLst>
          </p:cNvPr>
          <p:cNvCxnSpPr>
            <a:cxnSpLocks/>
            <a:stCxn id="202" idx="3"/>
            <a:endCxn id="281" idx="1"/>
          </p:cNvCxnSpPr>
          <p:nvPr/>
        </p:nvCxnSpPr>
        <p:spPr>
          <a:xfrm flipV="1">
            <a:off x="2929886" y="2938487"/>
            <a:ext cx="664414" cy="620532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Rectangle 322">
            <a:extLst>
              <a:ext uri="{FF2B5EF4-FFF2-40B4-BE49-F238E27FC236}">
                <a16:creationId xmlns:a16="http://schemas.microsoft.com/office/drawing/2014/main" id="{A52FDDC1-67F4-A627-B672-9E679A9DB23A}"/>
              </a:ext>
            </a:extLst>
          </p:cNvPr>
          <p:cNvSpPr/>
          <p:nvPr/>
        </p:nvSpPr>
        <p:spPr>
          <a:xfrm>
            <a:off x="6360554" y="2059780"/>
            <a:ext cx="2507221" cy="19645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00ED7F0F-60DC-1536-A747-6184C3BCA9BE}"/>
              </a:ext>
            </a:extLst>
          </p:cNvPr>
          <p:cNvGrpSpPr/>
          <p:nvPr/>
        </p:nvGrpSpPr>
        <p:grpSpPr>
          <a:xfrm>
            <a:off x="6497958" y="3337714"/>
            <a:ext cx="2239249" cy="1233863"/>
            <a:chOff x="1028392" y="2318655"/>
            <a:chExt cx="2239249" cy="1233863"/>
          </a:xfrm>
        </p:grpSpPr>
        <p:sp>
          <p:nvSpPr>
            <p:cNvPr id="234" name="TextBox 233">
              <a:extLst>
                <a:ext uri="{FF2B5EF4-FFF2-40B4-BE49-F238E27FC236}">
                  <a16:creationId xmlns:a16="http://schemas.microsoft.com/office/drawing/2014/main" id="{1D447C6C-DBB4-1E2B-28C0-122262FFC526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Near-RT RIC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D43FEA2F-F6B1-5C6E-588B-A05B26190774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239" name="Rectangle: Rounded Corners 238">
                <a:extLst>
                  <a:ext uri="{FF2B5EF4-FFF2-40B4-BE49-F238E27FC236}">
                    <a16:creationId xmlns:a16="http://schemas.microsoft.com/office/drawing/2014/main" id="{A4D60007-5474-BEA2-4BFA-9BC486259CA7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664D770F-BF79-4EE6-E4F3-5C75388C93E3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Rectangle: Rounded Corners 240">
                <a:extLst>
                  <a:ext uri="{FF2B5EF4-FFF2-40B4-BE49-F238E27FC236}">
                    <a16:creationId xmlns:a16="http://schemas.microsoft.com/office/drawing/2014/main" id="{A848D181-7B55-B5B1-5BAE-AF8A42EC5A00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A60306A6-CD1B-62E6-4CD0-FA864383631B}"/>
                </a:ext>
              </a:extLst>
            </p:cNvPr>
            <p:cNvSpPr txBox="1"/>
            <p:nvPr/>
          </p:nvSpPr>
          <p:spPr>
            <a:xfrm>
              <a:off x="1028392" y="2928594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Mosaic5G : FlexRIC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B43BC923-2C5D-2AAE-BD1F-3637CD533B4A}"/>
                </a:ext>
              </a:extLst>
            </p:cNvPr>
            <p:cNvSpPr txBox="1"/>
            <p:nvPr/>
          </p:nvSpPr>
          <p:spPr>
            <a:xfrm>
              <a:off x="1028392" y="2629568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: Near-RT RIC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01F21BA0-7B22-2985-C4B7-BEC32317C4DA}"/>
                </a:ext>
              </a:extLst>
            </p:cNvPr>
            <p:cNvSpPr txBox="1"/>
            <p:nvPr/>
          </p:nvSpPr>
          <p:spPr>
            <a:xfrm>
              <a:off x="1028392" y="2330542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O-RAN SC : A1 Simulator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85101B2-3441-45C3-4D5F-B32E7D1461C5}"/>
              </a:ext>
            </a:extLst>
          </p:cNvPr>
          <p:cNvGrpSpPr/>
          <p:nvPr/>
        </p:nvGrpSpPr>
        <p:grpSpPr>
          <a:xfrm>
            <a:off x="6497956" y="1822299"/>
            <a:ext cx="2301839" cy="1514666"/>
            <a:chOff x="4580555" y="3243709"/>
            <a:chExt cx="2301839" cy="1514666"/>
          </a:xfrm>
        </p:grpSpPr>
        <p:sp>
          <p:nvSpPr>
            <p:cNvPr id="22" name="Rectangle: Top Corners Rounded 21">
              <a:extLst>
                <a:ext uri="{FF2B5EF4-FFF2-40B4-BE49-F238E27FC236}">
                  <a16:creationId xmlns:a16="http://schemas.microsoft.com/office/drawing/2014/main" id="{77878395-64F7-3C4F-756B-7DB9A3FFACED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: Top Corners Rounded 22">
              <a:extLst>
                <a:ext uri="{FF2B5EF4-FFF2-40B4-BE49-F238E27FC236}">
                  <a16:creationId xmlns:a16="http://schemas.microsoft.com/office/drawing/2014/main" id="{1B3C8D2A-C9D1-9D95-D967-D15933172E7C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9715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320646D-E588-66BF-2291-C28731EB62C6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DD7B7F2-522F-30DC-707E-115B5707AD6C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4582B19-FF4F-F533-E626-177EA2EE43FA}"/>
                </a:ext>
              </a:extLst>
            </p:cNvPr>
            <p:cNvSpPr txBox="1"/>
            <p:nvPr/>
          </p:nvSpPr>
          <p:spPr>
            <a:xfrm>
              <a:off x="4580557" y="3853825"/>
              <a:ext cx="223924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5G CN (5gdeploy)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D8250A4-D4DE-5B5F-A55F-B8F6432AF1CA}"/>
                </a:ext>
              </a:extLst>
            </p:cNvPr>
            <p:cNvSpPr txBox="1"/>
            <p:nvPr/>
          </p:nvSpPr>
          <p:spPr>
            <a:xfrm>
              <a:off x="4580557" y="3554799"/>
              <a:ext cx="223924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Phoenix (5gdeploy)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DFD742-DB1D-C83C-32E6-9DCE1C152217}"/>
                </a:ext>
              </a:extLst>
            </p:cNvPr>
            <p:cNvSpPr txBox="1"/>
            <p:nvPr/>
          </p:nvSpPr>
          <p:spPr>
            <a:xfrm>
              <a:off x="4580555" y="3255773"/>
              <a:ext cx="223924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Free5GC (5gdeploy)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85AE1C1-5F7F-93A3-D1D3-3A3A14493B4D}"/>
                </a:ext>
              </a:extLst>
            </p:cNvPr>
            <p:cNvSpPr txBox="1"/>
            <p:nvPr/>
          </p:nvSpPr>
          <p:spPr>
            <a:xfrm>
              <a:off x="4580557" y="4173617"/>
              <a:ext cx="223924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Open5GS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34260CC-1F20-1BA6-9F62-4C53EBD2BEAC}"/>
                </a:ext>
              </a:extLst>
            </p:cNvPr>
            <p:cNvSpPr txBox="1"/>
            <p:nvPr/>
          </p:nvSpPr>
          <p:spPr>
            <a:xfrm>
              <a:off x="4643145" y="4450598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389" name="Straight Connector 388">
            <a:extLst>
              <a:ext uri="{FF2B5EF4-FFF2-40B4-BE49-F238E27FC236}">
                <a16:creationId xmlns:a16="http://schemas.microsoft.com/office/drawing/2014/main" id="{E8158BD4-8CEA-CB0D-3588-00251A11F8D0}"/>
              </a:ext>
            </a:extLst>
          </p:cNvPr>
          <p:cNvCxnSpPr>
            <a:cxnSpLocks/>
            <a:stCxn id="3" idx="1"/>
            <a:endCxn id="237" idx="1"/>
          </p:cNvCxnSpPr>
          <p:nvPr/>
        </p:nvCxnSpPr>
        <p:spPr>
          <a:xfrm>
            <a:off x="5943801" y="3107001"/>
            <a:ext cx="554157" cy="695515"/>
          </a:xfrm>
          <a:prstGeom prst="line">
            <a:avLst/>
          </a:prstGeom>
          <a:ln w="12700">
            <a:solidFill>
              <a:srgbClr val="C40E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Connector 366">
            <a:extLst>
              <a:ext uri="{FF2B5EF4-FFF2-40B4-BE49-F238E27FC236}">
                <a16:creationId xmlns:a16="http://schemas.microsoft.com/office/drawing/2014/main" id="{0292EA4F-C1D1-7DDC-D7FC-4367D17C623C}"/>
              </a:ext>
            </a:extLst>
          </p:cNvPr>
          <p:cNvCxnSpPr>
            <a:cxnSpLocks/>
            <a:stCxn id="2" idx="1"/>
            <a:endCxn id="29" idx="1"/>
          </p:cNvCxnSpPr>
          <p:nvPr/>
        </p:nvCxnSpPr>
        <p:spPr>
          <a:xfrm>
            <a:off x="5943801" y="2493651"/>
            <a:ext cx="554157" cy="41244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Connector 369">
            <a:extLst>
              <a:ext uri="{FF2B5EF4-FFF2-40B4-BE49-F238E27FC236}">
                <a16:creationId xmlns:a16="http://schemas.microsoft.com/office/drawing/2014/main" id="{1463F92E-A5E1-B471-7536-4E2BB81B1C71}"/>
              </a:ext>
            </a:extLst>
          </p:cNvPr>
          <p:cNvCxnSpPr>
            <a:cxnSpLocks/>
            <a:stCxn id="3" idx="1"/>
            <a:endCxn id="29" idx="1"/>
          </p:cNvCxnSpPr>
          <p:nvPr/>
        </p:nvCxnSpPr>
        <p:spPr>
          <a:xfrm flipV="1">
            <a:off x="5943801" y="2906096"/>
            <a:ext cx="554157" cy="20090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DCB765BE-C6D0-9C88-B79C-0653B5D0E5AF}"/>
              </a:ext>
            </a:extLst>
          </p:cNvPr>
          <p:cNvCxnSpPr>
            <a:cxnSpLocks/>
            <a:stCxn id="3" idx="1"/>
            <a:endCxn id="236" idx="1"/>
          </p:cNvCxnSpPr>
          <p:nvPr/>
        </p:nvCxnSpPr>
        <p:spPr>
          <a:xfrm>
            <a:off x="5943801" y="3107001"/>
            <a:ext cx="554157" cy="9945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Connector 384">
            <a:extLst>
              <a:ext uri="{FF2B5EF4-FFF2-40B4-BE49-F238E27FC236}">
                <a16:creationId xmlns:a16="http://schemas.microsoft.com/office/drawing/2014/main" id="{86974C24-CD13-AB9D-5659-40C787D7C759}"/>
              </a:ext>
            </a:extLst>
          </p:cNvPr>
          <p:cNvCxnSpPr>
            <a:cxnSpLocks/>
            <a:stCxn id="2" idx="1"/>
            <a:endCxn id="236" idx="1"/>
          </p:cNvCxnSpPr>
          <p:nvPr/>
        </p:nvCxnSpPr>
        <p:spPr>
          <a:xfrm>
            <a:off x="5943801" y="2493651"/>
            <a:ext cx="554157" cy="160789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6404A511-24EF-F2E0-E620-746E32F0E998}"/>
              </a:ext>
            </a:extLst>
          </p:cNvPr>
          <p:cNvCxnSpPr>
            <a:cxnSpLocks/>
            <a:stCxn id="3" idx="1"/>
            <a:endCxn id="27" idx="1"/>
          </p:cNvCxnSpPr>
          <p:nvPr/>
        </p:nvCxnSpPr>
        <p:spPr>
          <a:xfrm flipV="1">
            <a:off x="5943801" y="2287278"/>
            <a:ext cx="554157" cy="81972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70465907-0F64-4965-9163-B2C700A48E2C}"/>
              </a:ext>
            </a:extLst>
          </p:cNvPr>
          <p:cNvCxnSpPr>
            <a:cxnSpLocks/>
            <a:stCxn id="3" idx="1"/>
            <a:endCxn id="28" idx="1"/>
          </p:cNvCxnSpPr>
          <p:nvPr/>
        </p:nvCxnSpPr>
        <p:spPr>
          <a:xfrm flipV="1">
            <a:off x="5943801" y="1988252"/>
            <a:ext cx="554155" cy="111874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411F421E-1B73-D5DA-0B27-75EF7C35376E}"/>
              </a:ext>
            </a:extLst>
          </p:cNvPr>
          <p:cNvCxnSpPr>
            <a:cxnSpLocks/>
            <a:stCxn id="2" idx="1"/>
            <a:endCxn id="26" idx="1"/>
          </p:cNvCxnSpPr>
          <p:nvPr/>
        </p:nvCxnSpPr>
        <p:spPr>
          <a:xfrm>
            <a:off x="5943801" y="2493651"/>
            <a:ext cx="554157" cy="9265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C08D5E6-1E0C-25D0-ED10-FE79EF24D209}"/>
              </a:ext>
            </a:extLst>
          </p:cNvPr>
          <p:cNvCxnSpPr>
            <a:cxnSpLocks/>
            <a:stCxn id="2" idx="1"/>
            <a:endCxn id="27" idx="1"/>
          </p:cNvCxnSpPr>
          <p:nvPr/>
        </p:nvCxnSpPr>
        <p:spPr>
          <a:xfrm flipV="1">
            <a:off x="5943801" y="2287278"/>
            <a:ext cx="554157" cy="20637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D5B6C4AD-F7E9-7B2A-2D7D-25E385B05D6D}"/>
              </a:ext>
            </a:extLst>
          </p:cNvPr>
          <p:cNvCxnSpPr>
            <a:cxnSpLocks/>
            <a:stCxn id="2" idx="1"/>
            <a:endCxn id="28" idx="1"/>
          </p:cNvCxnSpPr>
          <p:nvPr/>
        </p:nvCxnSpPr>
        <p:spPr>
          <a:xfrm flipV="1">
            <a:off x="5943801" y="1988252"/>
            <a:ext cx="554155" cy="50539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CB705AB-188A-483B-5A34-A75DADA65705}"/>
              </a:ext>
            </a:extLst>
          </p:cNvPr>
          <p:cNvCxnSpPr>
            <a:cxnSpLocks/>
            <a:stCxn id="3" idx="1"/>
            <a:endCxn id="26" idx="1"/>
          </p:cNvCxnSpPr>
          <p:nvPr/>
        </p:nvCxnSpPr>
        <p:spPr>
          <a:xfrm flipV="1">
            <a:off x="5943801" y="2586304"/>
            <a:ext cx="554157" cy="520697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203454DD-698B-FE70-9DDA-C59F2DCB67D9}"/>
              </a:ext>
            </a:extLst>
          </p:cNvPr>
          <p:cNvCxnSpPr>
            <a:cxnSpLocks/>
            <a:stCxn id="2" idx="1"/>
            <a:endCxn id="237" idx="1"/>
          </p:cNvCxnSpPr>
          <p:nvPr/>
        </p:nvCxnSpPr>
        <p:spPr>
          <a:xfrm>
            <a:off x="5943801" y="2493651"/>
            <a:ext cx="554157" cy="130886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AA778A2D-5D6E-872D-16E0-E2154F72147B}"/>
              </a:ext>
            </a:extLst>
          </p:cNvPr>
          <p:cNvCxnSpPr>
            <a:cxnSpLocks/>
            <a:stCxn id="277" idx="3"/>
            <a:endCxn id="237" idx="1"/>
          </p:cNvCxnSpPr>
          <p:nvPr/>
        </p:nvCxnSpPr>
        <p:spPr>
          <a:xfrm>
            <a:off x="5817331" y="3559019"/>
            <a:ext cx="680627" cy="2434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C221BBAA-9FEE-8D9E-6872-58AEB1FAFC02}"/>
              </a:ext>
            </a:extLst>
          </p:cNvPr>
          <p:cNvCxnSpPr>
            <a:cxnSpLocks/>
            <a:stCxn id="237" idx="3"/>
            <a:endCxn id="315" idx="1"/>
          </p:cNvCxnSpPr>
          <p:nvPr/>
        </p:nvCxnSpPr>
        <p:spPr>
          <a:xfrm flipV="1">
            <a:off x="8737207" y="3505473"/>
            <a:ext cx="639703" cy="29704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91DD07F7-2F86-0E54-F54F-7BDC7A59D6BD}"/>
              </a:ext>
            </a:extLst>
          </p:cNvPr>
          <p:cNvCxnSpPr>
            <a:cxnSpLocks/>
            <a:stCxn id="238" idx="3"/>
            <a:endCxn id="315" idx="1"/>
          </p:cNvCxnSpPr>
          <p:nvPr/>
        </p:nvCxnSpPr>
        <p:spPr>
          <a:xfrm>
            <a:off x="8737207" y="3503490"/>
            <a:ext cx="639703" cy="198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575839" y="2069432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rgbClr val="FF7B6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738664"/>
              <a:chOff x="8962221" y="4222565"/>
              <a:chExt cx="2860204" cy="738664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8"/>
                <a:ext cx="2787151" cy="705139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Presumably not supported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665363D5-40A1-F6AF-3318-E7F22DE660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814021"/>
                <a:ext cx="210474" cy="0"/>
              </a:xfrm>
              <a:prstGeom prst="line">
                <a:avLst/>
              </a:prstGeom>
              <a:ln w="12700">
                <a:solidFill>
                  <a:srgbClr val="FF7B6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</TotalTime>
  <Words>576</Words>
  <Application>Microsoft Office PowerPoint</Application>
  <PresentationFormat>Widescreen</PresentationFormat>
  <Paragraphs>176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61</cp:revision>
  <dcterms:created xsi:type="dcterms:W3CDTF">2025-03-21T23:15:08Z</dcterms:created>
  <dcterms:modified xsi:type="dcterms:W3CDTF">2025-06-02T18:32:45Z</dcterms:modified>
</cp:coreProperties>
</file>