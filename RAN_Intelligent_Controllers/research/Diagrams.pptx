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C40E00"/>
    <a:srgbClr val="FF7B61"/>
    <a:srgbClr val="FF6600"/>
    <a:srgbClr val="0D1117"/>
    <a:srgbClr val="F2F2F2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15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5/22/2025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962221" y="4222565"/>
              <a:chExt cx="2860204" cy="73866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8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65363D5-40A1-F6AF-3318-E7F22DE660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814021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390</Words>
  <Application>Microsoft Office PowerPoint</Application>
  <PresentationFormat>Widescreen</PresentationFormat>
  <Paragraphs>129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59</cp:revision>
  <dcterms:created xsi:type="dcterms:W3CDTF">2025-03-21T23:15:08Z</dcterms:created>
  <dcterms:modified xsi:type="dcterms:W3CDTF">2025-05-22T16:24:07Z</dcterms:modified>
</cp:coreProperties>
</file>