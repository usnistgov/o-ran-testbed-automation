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8" r:id="rId3"/>
    <p:sldId id="262" r:id="rId4"/>
    <p:sldId id="263" r:id="rId5"/>
    <p:sldId id="260" r:id="rId6"/>
    <p:sldId id="266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F2F2F2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2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38" y="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34B10-6BE2-DDE4-0921-56E9F6A4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CE60489-66B9-A95C-9A12-954E4073475D}"/>
              </a:ext>
            </a:extLst>
          </p:cNvPr>
          <p:cNvGrpSpPr/>
          <p:nvPr/>
        </p:nvGrpSpPr>
        <p:grpSpPr>
          <a:xfrm>
            <a:off x="2008561" y="1641915"/>
            <a:ext cx="8148856" cy="3557833"/>
            <a:chOff x="2008561" y="1641915"/>
            <a:chExt cx="8148856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0614AD0A-4522-93FF-6A28-19E268C54C5C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AE003259-7600-E504-CA3C-45658A1D3C60}"/>
                </a:ext>
              </a:extLst>
            </p:cNvPr>
            <p:cNvGrpSpPr/>
            <p:nvPr/>
          </p:nvGrpSpPr>
          <p:grpSpPr>
            <a:xfrm>
              <a:off x="6788425" y="1749715"/>
              <a:ext cx="3309670" cy="1432634"/>
              <a:chOff x="4583028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EF60C0F4-52C4-9738-40DC-518B0A7C197E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010C11B1-7540-CD7F-EE82-E4AF2B261BF1}"/>
                  </a:ext>
                </a:extLst>
              </p:cNvPr>
              <p:cNvGrpSpPr/>
              <p:nvPr/>
            </p:nvGrpSpPr>
            <p:grpSpPr>
              <a:xfrm>
                <a:off x="4583028" y="2611103"/>
                <a:ext cx="3309670" cy="481661"/>
                <a:chOff x="4691340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C8D0965C-A620-F621-9868-A7644BAB7ECF}"/>
                    </a:ext>
                  </a:extLst>
                </p:cNvPr>
                <p:cNvSpPr txBox="1"/>
                <p:nvPr/>
              </p:nvSpPr>
              <p:spPr>
                <a:xfrm>
                  <a:off x="4691340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07B8609D-259D-C105-4B06-C00BF3F3FE5C}"/>
                    </a:ext>
                  </a:extLst>
                </p:cNvPr>
                <p:cNvSpPr txBox="1"/>
                <p:nvPr/>
              </p:nvSpPr>
              <p:spPr>
                <a:xfrm>
                  <a:off x="5388981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FD9B6E5-7E97-70BF-39B6-1F87E31AF9A7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97224A4C-CF33-6E82-3D94-BCA348DEDCF7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386D7656-0F1F-6FD8-CF8D-FA67F52437DC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415198F1-6858-9162-A745-12365AA1F713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64A3D375-3DA5-9A82-094F-1C90CF0DE148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93C861BC-367F-0A17-C162-028BBB7E157A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D652DD24-CDB1-4D10-666D-473C222B25DC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5277B5BA-615C-5737-E9D8-342854CC268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23C307BE-3202-A234-F88C-47DC2ED93A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A9B90A8D-E1C0-69B9-8B17-1842EDB25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FACB33C4-4DD3-3537-5CC7-D1D25672FF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E342B541-F3EC-5218-4138-1FFF0B9888F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5CC95EB-69C7-31B8-040F-B0005938C2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AEDCEE1D-D82E-7AF9-BADE-57B78FF0A8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094807C-5F16-DBD2-ABE8-BB31FD412A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A643CB78-4E32-8A61-2B45-CF69ADD84E4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72BA2D59-557A-C41F-36DE-23B7DBA8619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43F98100-AAF3-A536-CC6F-86AF63FC48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2565DCE-C91F-14EE-9807-9EC8C26FFE40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543EBD7F-8BC0-F4AF-B72F-A49E02775213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694182"/>
              <a:chOff x="3351330" y="2239026"/>
              <a:chExt cx="2953942" cy="169418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C9566CE4-3BAA-AB37-3D2E-ACFB4F6E6FEE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28754"/>
                <a:chOff x="3351330" y="2239026"/>
                <a:chExt cx="2953942" cy="112875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9AEDD0CF-8A9F-E610-7384-3D1B371DDA00}"/>
                    </a:ext>
                  </a:extLst>
                </p:cNvPr>
                <p:cNvSpPr txBox="1"/>
                <p:nvPr/>
              </p:nvSpPr>
              <p:spPr>
                <a:xfrm>
                  <a:off x="4021891" y="306000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685B90E1-9109-97D6-5A72-AF62B8EC117C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F86C36EC-AB9C-731B-77FA-4E9A61F891C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EDE05E91-43DE-B886-4425-DF885BB144F8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F2B637D4-F06E-1C10-76AC-55AF61886E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04B2F569-8B47-FFB1-6835-95675A38F2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2C3760F-1A26-8F99-FF38-3EC6D5F85DEF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457092CA-2966-B5F6-9B98-F1F6F9270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4C779143-B458-A5C7-5AF4-C9E610C3D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2062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47EB4318-16BE-3805-2798-4FBF1201636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B89D1264-28C0-F096-0109-94F5F52F94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25F9F0CA-0720-2072-A64D-C29DFFE43EA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866FED8A-F96E-DF4B-BAA9-78E78914F62B}"/>
                  </a:ext>
                </a:extLst>
              </p:cNvPr>
              <p:cNvSpPr txBox="1"/>
              <p:nvPr/>
            </p:nvSpPr>
            <p:spPr>
              <a:xfrm>
                <a:off x="4167277" y="328687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2ABE1094-ECC6-B8A8-4B66-95AE49EA6FFE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3B180A49-F11D-190D-0E27-D6D70B07789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DC129536-C2B7-4DA3-492D-8BD7E3971FC6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51CF1C4A-E6CF-6DEC-B9C9-99C4666537AA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FAA500E9-3DD9-A6B6-791B-3606E086D98F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4A7B6B29-0DA7-E032-4721-E7D4CC8E5C00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601F6530-67FD-3955-4AAE-AB8259209727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73E70FC3-33DB-F71F-3C5B-0F817ADA6565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397A9C2D-DFF1-6646-2360-5F14ECECADB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62A05DA4-B6C8-36F9-8F9E-306684A99075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4196D5D3-D0EC-73E0-35FC-9426907983B6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A4454A94-363D-D860-C436-9D6D85B336F4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48E00EAB-9E4C-1B65-08DF-2C5496B9B3C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F42280FE-43A6-365C-358A-C8554DC640BA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2FE08671-6F43-894C-17E7-D7A2F00653FD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F1289BAE-1D1F-3DE1-018F-B6FC63E30E7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1D07F64-82AD-0D2D-A198-671CB409DB1C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11E2E4B2-0575-7C29-5A70-8AC1D40B0479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A03616DF-9617-C8B7-1C7D-33780E7BBDB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C615CB26-A7A4-DCAA-F86A-18674011737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13228077-5930-C6D4-2459-FE8167A5D591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B3451EF3-FB6A-B622-6351-35764418B70D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531045DF-ADD5-D378-5029-7333D4BDAD97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1845557C-7543-BBF8-D8CE-44146F485F3E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45B98422-8C70-AEC4-6CDE-299E7131477C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CCBF380C-15C9-4705-8F73-76E0467D483F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18D67298-084E-1C66-42D3-0981A488A8BC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DCA1DED8-91A0-4833-5993-32495D364015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90D42A1-D5DC-B9ED-60EE-F8C90E0FDF6F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A87127DE-8C89-9021-6583-581CE6DA3103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017FC8AF-5B2C-E8B4-E03B-1DCB50D958A3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C8B97E36-52B3-ED39-0874-98F7C73F9235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8BFA72EC-FAD5-6350-14E3-28F24BE68C79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8879AE96-B54D-AF88-3E86-82B2ED5BD75A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A3812DBF-61CD-DC0A-9C0D-A532C5A45C03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FC97C58-D90C-802B-F810-BF5B67B2506C}"/>
                </a:ext>
              </a:extLst>
            </p:cNvPr>
            <p:cNvSpPr txBox="1"/>
            <p:nvPr/>
          </p:nvSpPr>
          <p:spPr>
            <a:xfrm>
              <a:off x="7603208" y="379331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F925D7-7171-122A-6DD5-FAC63B5FD3FC}"/>
                </a:ext>
              </a:extLst>
            </p:cNvPr>
            <p:cNvCxnSpPr>
              <a:stCxn id="116" idx="3"/>
              <a:endCxn id="186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BE782F-3003-C6D1-EA4D-E740895CCFD1}"/>
                </a:ext>
              </a:extLst>
            </p:cNvPr>
            <p:cNvGrpSpPr/>
            <p:nvPr/>
          </p:nvGrpSpPr>
          <p:grpSpPr>
            <a:xfrm>
              <a:off x="8470803" y="3511704"/>
              <a:ext cx="1565803" cy="618689"/>
              <a:chOff x="8470803" y="3511704"/>
              <a:chExt cx="1565803" cy="618689"/>
            </a:xfrm>
          </p:grpSpPr>
          <p:sp>
            <p:nvSpPr>
              <p:cNvPr id="207" name="Rectangle: Rounded Corners 206">
                <a:extLst>
                  <a:ext uri="{FF2B5EF4-FFF2-40B4-BE49-F238E27FC236}">
                    <a16:creationId xmlns:a16="http://schemas.microsoft.com/office/drawing/2014/main" id="{450964B0-930D-CCE0-9BAF-D2E05A9F5914}"/>
                  </a:ext>
                </a:extLst>
              </p:cNvPr>
              <p:cNvSpPr/>
              <p:nvPr/>
            </p:nvSpPr>
            <p:spPr>
              <a:xfrm>
                <a:off x="8470803" y="3511704"/>
                <a:ext cx="1565803" cy="618689"/>
              </a:xfrm>
              <a:prstGeom prst="roundRect">
                <a:avLst>
                  <a:gd name="adj" fmla="val 12974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6618EB8-0A44-5246-1C08-E8D5934D8CF6}"/>
                  </a:ext>
                </a:extLst>
              </p:cNvPr>
              <p:cNvGrpSpPr/>
              <p:nvPr/>
            </p:nvGrpSpPr>
            <p:grpSpPr>
              <a:xfrm>
                <a:off x="8544250" y="3663843"/>
                <a:ext cx="1430022" cy="310703"/>
                <a:chOff x="8544250" y="3663843"/>
                <a:chExt cx="1430022" cy="310703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1A4A7F63-9428-9C54-F025-DA35E18BB52C}"/>
                    </a:ext>
                  </a:extLst>
                </p:cNvPr>
                <p:cNvGrpSpPr/>
                <p:nvPr/>
              </p:nvGrpSpPr>
              <p:grpSpPr>
                <a:xfrm>
                  <a:off x="9877010" y="3808956"/>
                  <a:ext cx="97262" cy="20476"/>
                  <a:chOff x="10423398" y="4210335"/>
                  <a:chExt cx="97262" cy="20476"/>
                </a:xfrm>
              </p:grpSpPr>
              <p:sp>
                <p:nvSpPr>
                  <p:cNvPr id="115" name="Oval 114">
                    <a:extLst>
                      <a:ext uri="{FF2B5EF4-FFF2-40B4-BE49-F238E27FC236}">
                        <a16:creationId xmlns:a16="http://schemas.microsoft.com/office/drawing/2014/main" id="{B1A2696D-500D-0A6C-0D03-918DCDDC62A6}"/>
                      </a:ext>
                    </a:extLst>
                  </p:cNvPr>
                  <p:cNvSpPr/>
                  <p:nvPr/>
                </p:nvSpPr>
                <p:spPr>
                  <a:xfrm flipV="1">
                    <a:off x="10423398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CC772C2A-767C-EA01-78AE-F96977BB681E}"/>
                      </a:ext>
                    </a:extLst>
                  </p:cNvPr>
                  <p:cNvSpPr/>
                  <p:nvPr/>
                </p:nvSpPr>
                <p:spPr>
                  <a:xfrm flipV="1">
                    <a:off x="10461791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" name="Oval 118">
                    <a:extLst>
                      <a:ext uri="{FF2B5EF4-FFF2-40B4-BE49-F238E27FC236}">
                        <a16:creationId xmlns:a16="http://schemas.microsoft.com/office/drawing/2014/main" id="{A3FCB6E3-1292-8438-B3BB-B8337E929420}"/>
                      </a:ext>
                    </a:extLst>
                  </p:cNvPr>
                  <p:cNvSpPr/>
                  <p:nvPr/>
                </p:nvSpPr>
                <p:spPr>
                  <a:xfrm flipV="1">
                    <a:off x="10500184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F8E13138-047D-D5AF-6FA4-730BEDA737DD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655258" cy="310703"/>
                  <a:chOff x="8483290" y="3660903"/>
                  <a:chExt cx="655258" cy="310703"/>
                </a:xfrm>
              </p:grpSpPr>
              <p:sp>
                <p:nvSpPr>
                  <p:cNvPr id="3" name="Rectangle: Rounded Corners 2">
                    <a:extLst>
                      <a:ext uri="{FF2B5EF4-FFF2-40B4-BE49-F238E27FC236}">
                        <a16:creationId xmlns:a16="http://schemas.microsoft.com/office/drawing/2014/main" id="{DC34C81B-0305-46CD-F9C4-826E28186BCD}"/>
                      </a:ext>
                    </a:extLst>
                  </p:cNvPr>
                  <p:cNvSpPr/>
                  <p:nvPr/>
                </p:nvSpPr>
                <p:spPr>
                  <a:xfrm>
                    <a:off x="8515444" y="366090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" name="TextBox 3">
                    <a:extLst>
                      <a:ext uri="{FF2B5EF4-FFF2-40B4-BE49-F238E27FC236}">
                        <a16:creationId xmlns:a16="http://schemas.microsoft.com/office/drawing/2014/main" id="{348BC2BF-B84B-E3B6-35EF-5C0866F96D3D}"/>
                      </a:ext>
                    </a:extLst>
                  </p:cNvPr>
                  <p:cNvSpPr txBox="1"/>
                  <p:nvPr/>
                </p:nvSpPr>
                <p:spPr>
                  <a:xfrm>
                    <a:off x="8483290" y="366138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UPF</a:t>
                    </a: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1A64A0FD-A5E5-D5F3-1CAB-E578630CB933}"/>
                    </a:ext>
                  </a:extLst>
                </p:cNvPr>
                <p:cNvGrpSpPr/>
                <p:nvPr/>
              </p:nvGrpSpPr>
              <p:grpSpPr>
                <a:xfrm>
                  <a:off x="9189714" y="3663843"/>
                  <a:ext cx="655258" cy="310703"/>
                  <a:chOff x="9128754" y="3666783"/>
                  <a:chExt cx="655258" cy="310703"/>
                </a:xfrm>
              </p:grpSpPr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BC1EAB85-D75F-08EF-1093-E64DEBD75018}"/>
                      </a:ext>
                    </a:extLst>
                  </p:cNvPr>
                  <p:cNvSpPr/>
                  <p:nvPr/>
                </p:nvSpPr>
                <p:spPr>
                  <a:xfrm>
                    <a:off x="9160908" y="366678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D4229715-6AFF-2E41-69E6-DA72189E21A1}"/>
                      </a:ext>
                    </a:extLst>
                  </p:cNvPr>
                  <p:cNvSpPr txBox="1"/>
                  <p:nvPr/>
                </p:nvSpPr>
                <p:spPr>
                  <a:xfrm>
                    <a:off x="9128754" y="366726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AMF</a:t>
                    </a:r>
                  </a:p>
                </p:txBody>
              </p:sp>
            </p:grpSp>
          </p:grp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B0B699B-CBB2-1144-87BD-9EC09572D482}"/>
                </a:ext>
              </a:extLst>
            </p:cNvPr>
            <p:cNvGrpSpPr/>
            <p:nvPr/>
          </p:nvGrpSpPr>
          <p:grpSpPr>
            <a:xfrm>
              <a:off x="8468250" y="4109945"/>
              <a:ext cx="1653015" cy="1059453"/>
              <a:chOff x="8468250" y="4134989"/>
              <a:chExt cx="1653015" cy="1076072"/>
            </a:xfrm>
          </p:grpSpPr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A37A3E02-E00E-4E4C-24B9-DE87DE254A2B}"/>
                  </a:ext>
                </a:extLst>
              </p:cNvPr>
              <p:cNvSpPr txBox="1"/>
              <p:nvPr/>
            </p:nvSpPr>
            <p:spPr>
              <a:xfrm>
                <a:off x="8589063" y="4367030"/>
                <a:ext cx="1532202" cy="8440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4078A0-C9B3-EE91-5200-847FD0169039}"/>
                  </a:ext>
                </a:extLst>
              </p:cNvPr>
              <p:cNvSpPr txBox="1"/>
              <p:nvPr/>
            </p:nvSpPr>
            <p:spPr>
              <a:xfrm>
                <a:off x="8468250" y="4134989"/>
                <a:ext cx="156835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26BF3DA-B90A-5DE9-E13B-54E1D0BB70F6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A1-P, A1-EI</a:t>
              </a:r>
              <a:b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A1-ML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C65E69-40F3-D591-FFF2-046504C33894}"/>
                </a:ext>
              </a:extLst>
            </p:cNvPr>
            <p:cNvSpPr txBox="1"/>
            <p:nvPr/>
          </p:nvSpPr>
          <p:spPr>
            <a:xfrm>
              <a:off x="6506434" y="3236557"/>
              <a:ext cx="218459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E2AP, E2SM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561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9FEC76-5159-39F9-23D6-C5BF2417B8D7}"/>
              </a:ext>
            </a:extLst>
          </p:cNvPr>
          <p:cNvGrpSpPr/>
          <p:nvPr/>
        </p:nvGrpSpPr>
        <p:grpSpPr>
          <a:xfrm>
            <a:off x="2008561" y="1641915"/>
            <a:ext cx="8148856" cy="3557833"/>
            <a:chOff x="2008561" y="1641915"/>
            <a:chExt cx="8148856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0FFBFE9F-4487-F723-E9C3-8E9D6B819A45}"/>
                </a:ext>
              </a:extLst>
            </p:cNvPr>
            <p:cNvSpPr/>
            <p:nvPr/>
          </p:nvSpPr>
          <p:spPr>
            <a:xfrm>
              <a:off x="7388918" y="1749715"/>
              <a:ext cx="2648141" cy="924852"/>
            </a:xfrm>
            <a:prstGeom prst="roundRect">
              <a:avLst>
                <a:gd name="adj" fmla="val 8322"/>
              </a:avLst>
            </a:prstGeom>
            <a:solidFill>
              <a:srgbClr val="262626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94B6153A-628D-51A2-53C1-51D9E895F02A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834976"/>
              <a:chOff x="3351330" y="2239026"/>
              <a:chExt cx="2953942" cy="834976"/>
            </a:xfrm>
          </p:grpSpPr>
          <p:pic>
            <p:nvPicPr>
              <p:cNvPr id="150" name="Graphic 149" descr="Wi-Fi outline">
                <a:extLst>
                  <a:ext uri="{FF2B5EF4-FFF2-40B4-BE49-F238E27FC236}">
                    <a16:creationId xmlns:a16="http://schemas.microsoft.com/office/drawing/2014/main" id="{A4384971-E0FA-83AB-3ECA-EA68B5363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rot="16200000" flipH="1">
                <a:off x="3351330" y="2239026"/>
                <a:ext cx="834976" cy="834975"/>
              </a:xfrm>
              <a:prstGeom prst="rect">
                <a:avLst/>
              </a:prstGeom>
            </p:spPr>
          </p:pic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FEDF8195-14CB-11B2-B6D5-E25DE2BBA929}"/>
                  </a:ext>
                </a:extLst>
              </p:cNvPr>
              <p:cNvGrpSpPr/>
              <p:nvPr/>
            </p:nvGrpSpPr>
            <p:grpSpPr>
              <a:xfrm>
                <a:off x="4021891" y="2347277"/>
                <a:ext cx="2283381" cy="618690"/>
                <a:chOff x="4021891" y="2194877"/>
                <a:chExt cx="2283381" cy="618690"/>
              </a:xfrm>
            </p:grpSpPr>
            <p:grpSp>
              <p:nvGrpSpPr>
                <p:cNvPr id="157" name="Group 156">
                  <a:extLst>
                    <a:ext uri="{FF2B5EF4-FFF2-40B4-BE49-F238E27FC236}">
                      <a16:creationId xmlns:a16="http://schemas.microsoft.com/office/drawing/2014/main" id="{26375E39-3569-ADBB-F1AE-67A9EF281BC7}"/>
                    </a:ext>
                  </a:extLst>
                </p:cNvPr>
                <p:cNvGrpSpPr/>
                <p:nvPr/>
              </p:nvGrpSpPr>
              <p:grpSpPr>
                <a:xfrm>
                  <a:off x="4021891" y="2194877"/>
                  <a:ext cx="2239249" cy="618690"/>
                  <a:chOff x="4021891" y="2194877"/>
                  <a:chExt cx="2239249" cy="618690"/>
                </a:xfrm>
              </p:grpSpPr>
              <p:sp>
                <p:nvSpPr>
                  <p:cNvPr id="116" name="Rectangle: Rounded Corners 115">
                    <a:extLst>
                      <a:ext uri="{FF2B5EF4-FFF2-40B4-BE49-F238E27FC236}">
                        <a16:creationId xmlns:a16="http://schemas.microsoft.com/office/drawing/2014/main" id="{763E022C-45EC-17F5-4D28-50ED4E68B3D8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7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285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54" name="Rectangle: Top Corners Rounded 153">
                    <a:extLst>
                      <a:ext uri="{FF2B5EF4-FFF2-40B4-BE49-F238E27FC236}">
                        <a16:creationId xmlns:a16="http://schemas.microsoft.com/office/drawing/2014/main" id="{FC1DFCF3-A2B2-8659-C2ED-0301735E43E7}"/>
                      </a:ext>
                    </a:extLst>
                  </p:cNvPr>
                  <p:cNvSpPr/>
                  <p:nvPr/>
                </p:nvSpPr>
                <p:spPr>
                  <a:xfrm flipV="1">
                    <a:off x="4022672" y="2504431"/>
                    <a:ext cx="2238468" cy="307778"/>
                  </a:xfrm>
                  <a:prstGeom prst="round2SameRect">
                    <a:avLst>
                      <a:gd name="adj1" fmla="val 28674"/>
                      <a:gd name="adj2" fmla="val 0"/>
                    </a:avLst>
                  </a:prstGeom>
                  <a:solidFill>
                    <a:schemeClr val="tx1">
                      <a:lumMod val="85000"/>
                      <a:lumOff val="1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118" name="Rectangle: Rounded Corners 117">
                    <a:extLst>
                      <a:ext uri="{FF2B5EF4-FFF2-40B4-BE49-F238E27FC236}">
                        <a16:creationId xmlns:a16="http://schemas.microsoft.com/office/drawing/2014/main" id="{B5766D04-B969-3849-BAD6-E5FBF42BA676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8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158" name="TextBox 157">
                  <a:extLst>
                    <a:ext uri="{FF2B5EF4-FFF2-40B4-BE49-F238E27FC236}">
                      <a16:creationId xmlns:a16="http://schemas.microsoft.com/office/drawing/2014/main" id="{118DB05C-DAB0-A421-F073-A792FE4EAAA3}"/>
                    </a:ext>
                  </a:extLst>
                </p:cNvPr>
                <p:cNvSpPr txBox="1"/>
                <p:nvPr/>
              </p:nvSpPr>
              <p:spPr>
                <a:xfrm>
                  <a:off x="4335869" y="2202843"/>
                  <a:ext cx="1969403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Software-Defined Radio</a:t>
                  </a:r>
                </a:p>
              </p:txBody>
            </p:sp>
            <p:pic>
              <p:nvPicPr>
                <p:cNvPr id="159" name="Graphic 158">
                  <a:extLst>
                    <a:ext uri="{FF2B5EF4-FFF2-40B4-BE49-F238E27FC236}">
                      <a16:creationId xmlns:a16="http://schemas.microsoft.com/office/drawing/2014/main" id="{D29AD5AF-3219-6D63-1EA7-142390B52B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rcRect/>
                <a:stretch/>
              </p:blipFill>
              <p:spPr>
                <a:xfrm>
                  <a:off x="4134842" y="2215325"/>
                  <a:ext cx="289426" cy="289426"/>
                </a:xfrm>
                <a:prstGeom prst="rect">
                  <a:avLst/>
                </a:prstGeom>
              </p:spPr>
            </p:pic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0BF92B8E-1B5B-2C80-D2F6-A6431705198E}"/>
                    </a:ext>
                  </a:extLst>
                </p:cNvPr>
                <p:cNvSpPr txBox="1"/>
                <p:nvPr/>
              </p:nvSpPr>
              <p:spPr>
                <a:xfrm>
                  <a:off x="4335869" y="2505790"/>
                  <a:ext cx="1969403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RF Simulator / </a:t>
                  </a:r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ZeroMQ</a:t>
                  </a:r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pic>
              <p:nvPicPr>
                <p:cNvPr id="163" name="Graphic 162">
                  <a:extLst>
                    <a:ext uri="{FF2B5EF4-FFF2-40B4-BE49-F238E27FC236}">
                      <a16:creationId xmlns:a16="http://schemas.microsoft.com/office/drawing/2014/main" id="{8BF6375D-4174-C1B1-57AE-E2DA824F94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rcRect/>
                <a:stretch/>
              </p:blipFill>
              <p:spPr>
                <a:xfrm>
                  <a:off x="4167277" y="2528018"/>
                  <a:ext cx="256990" cy="256990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rgbClr val="3A3A3A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603208" y="380552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7571666-D429-4300-4F2A-97EA7815726F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rgbClr val="262626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3DE7ACA-42A3-9C44-756C-47D4AC75B3DA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8919BBE-89B4-C169-F885-E2C41B5D3829}"/>
                </a:ext>
              </a:extLst>
            </p:cNvPr>
            <p:cNvGrpSpPr/>
            <p:nvPr/>
          </p:nvGrpSpPr>
          <p:grpSpPr>
            <a:xfrm>
              <a:off x="8470803" y="3511704"/>
              <a:ext cx="1565803" cy="618689"/>
              <a:chOff x="8470803" y="3511704"/>
              <a:chExt cx="1565803" cy="618689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E0C6DFE-1B4A-CDD8-414E-2C8F06CF267A}"/>
                  </a:ext>
                </a:extLst>
              </p:cNvPr>
              <p:cNvSpPr/>
              <p:nvPr/>
            </p:nvSpPr>
            <p:spPr>
              <a:xfrm>
                <a:off x="8470803" y="3511704"/>
                <a:ext cx="1565803" cy="618689"/>
              </a:xfrm>
              <a:prstGeom prst="roundRect">
                <a:avLst>
                  <a:gd name="adj" fmla="val 12974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6790A086-C9BB-9F22-01C8-627725552182}"/>
                  </a:ext>
                </a:extLst>
              </p:cNvPr>
              <p:cNvGrpSpPr/>
              <p:nvPr/>
            </p:nvGrpSpPr>
            <p:grpSpPr>
              <a:xfrm>
                <a:off x="8544250" y="3663843"/>
                <a:ext cx="1430022" cy="310703"/>
                <a:chOff x="8544250" y="3663843"/>
                <a:chExt cx="1430022" cy="310703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109BC3B5-7515-6387-B152-338A0545A48A}"/>
                    </a:ext>
                  </a:extLst>
                </p:cNvPr>
                <p:cNvGrpSpPr/>
                <p:nvPr/>
              </p:nvGrpSpPr>
              <p:grpSpPr>
                <a:xfrm>
                  <a:off x="9877010" y="3808956"/>
                  <a:ext cx="97262" cy="20476"/>
                  <a:chOff x="10423398" y="4210335"/>
                  <a:chExt cx="97262" cy="20476"/>
                </a:xfrm>
              </p:grpSpPr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0F7E4327-3B24-A579-20DC-4E04FBE9762A}"/>
                      </a:ext>
                    </a:extLst>
                  </p:cNvPr>
                  <p:cNvSpPr/>
                  <p:nvPr/>
                </p:nvSpPr>
                <p:spPr>
                  <a:xfrm flipV="1">
                    <a:off x="10423398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65CC17AB-E282-B165-2260-E04A0D47220B}"/>
                      </a:ext>
                    </a:extLst>
                  </p:cNvPr>
                  <p:cNvSpPr/>
                  <p:nvPr/>
                </p:nvSpPr>
                <p:spPr>
                  <a:xfrm flipV="1">
                    <a:off x="10461791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6AAF88ED-F440-9178-BA85-686FF7B57F3E}"/>
                      </a:ext>
                    </a:extLst>
                  </p:cNvPr>
                  <p:cNvSpPr/>
                  <p:nvPr/>
                </p:nvSpPr>
                <p:spPr>
                  <a:xfrm flipV="1">
                    <a:off x="10500184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49F32863-BFC1-757F-5B01-BAC1A230BA39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655258" cy="310703"/>
                  <a:chOff x="8483290" y="3660903"/>
                  <a:chExt cx="655258" cy="310703"/>
                </a:xfrm>
              </p:grpSpPr>
              <p:sp>
                <p:nvSpPr>
                  <p:cNvPr id="19" name="Rectangle: Rounded Corners 18">
                    <a:extLst>
                      <a:ext uri="{FF2B5EF4-FFF2-40B4-BE49-F238E27FC236}">
                        <a16:creationId xmlns:a16="http://schemas.microsoft.com/office/drawing/2014/main" id="{DD049208-FC03-CA31-F96B-4B622E9F569D}"/>
                      </a:ext>
                    </a:extLst>
                  </p:cNvPr>
                  <p:cNvSpPr/>
                  <p:nvPr/>
                </p:nvSpPr>
                <p:spPr>
                  <a:xfrm>
                    <a:off x="8515444" y="366090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156A02F-6D01-C389-75B6-745AC5F21490}"/>
                      </a:ext>
                    </a:extLst>
                  </p:cNvPr>
                  <p:cNvSpPr txBox="1"/>
                  <p:nvPr/>
                </p:nvSpPr>
                <p:spPr>
                  <a:xfrm>
                    <a:off x="8483290" y="366138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UPF</a:t>
                    </a:r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12A7027B-5E3A-EC2D-BCB4-EDA5D1C0BEC8}"/>
                    </a:ext>
                  </a:extLst>
                </p:cNvPr>
                <p:cNvGrpSpPr/>
                <p:nvPr/>
              </p:nvGrpSpPr>
              <p:grpSpPr>
                <a:xfrm>
                  <a:off x="9189714" y="3663843"/>
                  <a:ext cx="655258" cy="310703"/>
                  <a:chOff x="9128754" y="3666783"/>
                  <a:chExt cx="655258" cy="310703"/>
                </a:xfrm>
              </p:grpSpPr>
              <p:sp>
                <p:nvSpPr>
                  <p:cNvPr id="17" name="Rectangle: Rounded Corners 16">
                    <a:extLst>
                      <a:ext uri="{FF2B5EF4-FFF2-40B4-BE49-F238E27FC236}">
                        <a16:creationId xmlns:a16="http://schemas.microsoft.com/office/drawing/2014/main" id="{10ABB812-6101-B7BC-B307-C5F721932CA7}"/>
                      </a:ext>
                    </a:extLst>
                  </p:cNvPr>
                  <p:cNvSpPr/>
                  <p:nvPr/>
                </p:nvSpPr>
                <p:spPr>
                  <a:xfrm>
                    <a:off x="9160908" y="366678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B2DE4C59-4701-798A-7ABE-6AB0F969D911}"/>
                      </a:ext>
                    </a:extLst>
                  </p:cNvPr>
                  <p:cNvSpPr txBox="1"/>
                  <p:nvPr/>
                </p:nvSpPr>
                <p:spPr>
                  <a:xfrm>
                    <a:off x="9128754" y="366726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AMF</a:t>
                    </a:r>
                  </a:p>
                </p:txBody>
              </p:sp>
            </p:grpSp>
          </p:grp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08AF785-64DD-5213-EFB1-C72E9837A77B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A1-P, A1-EI</a:t>
              </a:r>
              <a:b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A1-ML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CE108E2-A257-1689-DEB3-58EACB4F7465}"/>
                </a:ext>
              </a:extLst>
            </p:cNvPr>
            <p:cNvSpPr txBox="1"/>
            <p:nvPr/>
          </p:nvSpPr>
          <p:spPr>
            <a:xfrm>
              <a:off x="6506434" y="3236557"/>
              <a:ext cx="218459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E2AP, E2SM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AD74077-27C2-09AC-7CE1-70F5C84ABC60}"/>
                </a:ext>
              </a:extLst>
            </p:cNvPr>
            <p:cNvSpPr txBox="1"/>
            <p:nvPr/>
          </p:nvSpPr>
          <p:spPr>
            <a:xfrm>
              <a:off x="6788425" y="2700688"/>
              <a:ext cx="330967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Service Management and Orchestration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651D9-0BC3-A5D9-407D-1196EBDD0FE4}"/>
                </a:ext>
              </a:extLst>
            </p:cNvPr>
            <p:cNvSpPr txBox="1"/>
            <p:nvPr/>
          </p:nvSpPr>
          <p:spPr>
            <a:xfrm>
              <a:off x="7486066" y="2905350"/>
              <a:ext cx="207813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RIC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1816B3-2F0C-5BC7-EF43-2643BC9F317C}"/>
                </a:ext>
              </a:extLst>
            </p:cNvPr>
            <p:cNvSpPr txBox="1"/>
            <p:nvPr/>
          </p:nvSpPr>
          <p:spPr>
            <a:xfrm>
              <a:off x="5420878" y="4224429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65A236D-5DC4-4924-E9BF-5BCBC5CC0DB4}"/>
                </a:ext>
              </a:extLst>
            </p:cNvPr>
            <p:cNvSpPr txBox="1"/>
            <p:nvPr/>
          </p:nvSpPr>
          <p:spPr>
            <a:xfrm>
              <a:off x="5566264" y="4451303"/>
              <a:ext cx="209517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E2 Simulator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983C6B6-9442-28D0-3F90-CC015BA1CA48}"/>
                </a:ext>
              </a:extLst>
            </p:cNvPr>
            <p:cNvSpPr txBox="1"/>
            <p:nvPr/>
          </p:nvSpPr>
          <p:spPr>
            <a:xfrm>
              <a:off x="8589063" y="4338402"/>
              <a:ext cx="1532202" cy="830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OAI 5G CN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Free5GC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Open5GCore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BE429E-B8C4-A416-EB71-203FC89A1B08}"/>
                </a:ext>
              </a:extLst>
            </p:cNvPr>
            <p:cNvSpPr txBox="1"/>
            <p:nvPr/>
          </p:nvSpPr>
          <p:spPr>
            <a:xfrm>
              <a:off x="8468250" y="4109945"/>
              <a:ext cx="156835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-RAN gNB Overview — srsRAN Project documentation">
            <a:extLst>
              <a:ext uri="{FF2B5EF4-FFF2-40B4-BE49-F238E27FC236}">
                <a16:creationId xmlns:a16="http://schemas.microsoft.com/office/drawing/2014/main" id="{A7394ECF-42BA-F193-3EA6-8F345F13FC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519"/>
          <a:stretch/>
        </p:blipFill>
        <p:spPr bwMode="auto">
          <a:xfrm>
            <a:off x="4905375" y="228842"/>
            <a:ext cx="7186484" cy="1147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5G Overview">
            <a:extLst>
              <a:ext uri="{FF2B5EF4-FFF2-40B4-BE49-F238E27FC236}">
                <a16:creationId xmlns:a16="http://schemas.microsoft.com/office/drawing/2014/main" id="{36465057-85AD-DA2B-2937-4F577F845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9211" y="1595627"/>
            <a:ext cx="48768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5G Requirement: New Network Architecture | Smart Telecom Edu">
            <a:extLst>
              <a:ext uri="{FF2B5EF4-FFF2-40B4-BE49-F238E27FC236}">
                <a16:creationId xmlns:a16="http://schemas.microsoft.com/office/drawing/2014/main" id="{08726F91-2B0F-0AF5-A3EE-44C77597D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1491" y="3771899"/>
            <a:ext cx="4908658" cy="2606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5G Protocol Stack | LTEProtocol.com: Your Gateway to Wireless Excellence">
            <a:extLst>
              <a:ext uri="{FF2B5EF4-FFF2-40B4-BE49-F238E27FC236}">
                <a16:creationId xmlns:a16="http://schemas.microsoft.com/office/drawing/2014/main" id="{6291FB33-293F-C88F-93BA-161477BAD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41" y="3620598"/>
            <a:ext cx="699135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B71D96-4F2C-919A-704A-46D0C3DA27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89" y="221000"/>
            <a:ext cx="4414709" cy="301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679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B6EB04C3-13B2-832D-461A-C07D80900EC3}"/>
              </a:ext>
            </a:extLst>
          </p:cNvPr>
          <p:cNvGrpSpPr/>
          <p:nvPr/>
        </p:nvGrpSpPr>
        <p:grpSpPr>
          <a:xfrm>
            <a:off x="2974533" y="2575560"/>
            <a:ext cx="6378008" cy="1706880"/>
            <a:chOff x="2974533" y="2575560"/>
            <a:chExt cx="6378008" cy="17068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4A09B1F-0776-2D94-AECE-DE4BA0D19E8B}"/>
                </a:ext>
              </a:extLst>
            </p:cNvPr>
            <p:cNvSpPr/>
            <p:nvPr/>
          </p:nvSpPr>
          <p:spPr>
            <a:xfrm>
              <a:off x="2974533" y="2575560"/>
              <a:ext cx="6378008" cy="1706880"/>
            </a:xfrm>
            <a:prstGeom prst="roundRect">
              <a:avLst>
                <a:gd name="adj" fmla="val 4524"/>
              </a:avLst>
            </a:prstGeom>
            <a:solidFill>
              <a:srgbClr val="DBF0F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7CD1992-B1F5-D85A-2142-4D52AA33E96E}"/>
                </a:ext>
              </a:extLst>
            </p:cNvPr>
            <p:cNvCxnSpPr>
              <a:cxnSpLocks/>
              <a:stCxn id="20" idx="1"/>
              <a:endCxn id="24" idx="3"/>
            </p:cNvCxnSpPr>
            <p:nvPr/>
          </p:nvCxnSpPr>
          <p:spPr>
            <a:xfrm flipH="1" flipV="1">
              <a:off x="4745902" y="3437810"/>
              <a:ext cx="749484" cy="65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02924FF-D488-1132-C790-2B9B96CF37D0}"/>
                </a:ext>
              </a:extLst>
            </p:cNvPr>
            <p:cNvGrpSpPr/>
            <p:nvPr/>
          </p:nvGrpSpPr>
          <p:grpSpPr>
            <a:xfrm>
              <a:off x="3109608" y="2701524"/>
              <a:ext cx="1702648" cy="1468106"/>
              <a:chOff x="1451811" y="1299410"/>
              <a:chExt cx="1702648" cy="190098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C2B7BCC7-AAC9-8722-0E5A-49090390D2BE}"/>
                  </a:ext>
                </a:extLst>
              </p:cNvPr>
              <p:cNvGrpSpPr/>
              <p:nvPr/>
            </p:nvGrpSpPr>
            <p:grpSpPr>
              <a:xfrm>
                <a:off x="1451811" y="1299410"/>
                <a:ext cx="882313" cy="1900989"/>
                <a:chOff x="1451811" y="1299410"/>
                <a:chExt cx="882313" cy="1900989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F8F44F4B-F668-10EE-E29B-75FCA45DA90F}"/>
                    </a:ext>
                  </a:extLst>
                </p:cNvPr>
                <p:cNvGrpSpPr/>
                <p:nvPr/>
              </p:nvGrpSpPr>
              <p:grpSpPr>
                <a:xfrm>
                  <a:off x="1451811" y="1299410"/>
                  <a:ext cx="544360" cy="1900989"/>
                  <a:chOff x="1685491" y="1299410"/>
                  <a:chExt cx="544360" cy="1900989"/>
                </a:xfrm>
              </p:grpSpPr>
              <p:sp>
                <p:nvSpPr>
                  <p:cNvPr id="31" name="Rectangle: Rounded Corners 30">
                    <a:extLst>
                      <a:ext uri="{FF2B5EF4-FFF2-40B4-BE49-F238E27FC236}">
                        <a16:creationId xmlns:a16="http://schemas.microsoft.com/office/drawing/2014/main" id="{9C1BD43C-3043-3C7B-3125-142BC70D4E72}"/>
                      </a:ext>
                    </a:extLst>
                  </p:cNvPr>
                  <p:cNvSpPr/>
                  <p:nvPr/>
                </p:nvSpPr>
                <p:spPr>
                  <a:xfrm>
                    <a:off x="1685491" y="1299410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  <p:sp>
                <p:nvSpPr>
                  <p:cNvPr id="32" name="Rectangle: Rounded Corners 31">
                    <a:extLst>
                      <a:ext uri="{FF2B5EF4-FFF2-40B4-BE49-F238E27FC236}">
                        <a16:creationId xmlns:a16="http://schemas.microsoft.com/office/drawing/2014/main" id="{B65964A7-AD4C-06E4-EE76-FBD966EB7A0A}"/>
                      </a:ext>
                    </a:extLst>
                  </p:cNvPr>
                  <p:cNvSpPr/>
                  <p:nvPr/>
                </p:nvSpPr>
                <p:spPr>
                  <a:xfrm>
                    <a:off x="1685491" y="1957136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  <p:sp>
                <p:nvSpPr>
                  <p:cNvPr id="33" name="Rectangle: Rounded Corners 32">
                    <a:extLst>
                      <a:ext uri="{FF2B5EF4-FFF2-40B4-BE49-F238E27FC236}">
                        <a16:creationId xmlns:a16="http://schemas.microsoft.com/office/drawing/2014/main" id="{B68994C4-8220-556E-F23B-83BE69B55D25}"/>
                      </a:ext>
                    </a:extLst>
                  </p:cNvPr>
                  <p:cNvSpPr/>
                  <p:nvPr/>
                </p:nvSpPr>
                <p:spPr>
                  <a:xfrm>
                    <a:off x="1685491" y="2614862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</p:grp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C09AA416-09AC-3AFE-B0CF-6892D52A2A85}"/>
                    </a:ext>
                  </a:extLst>
                </p:cNvPr>
                <p:cNvCxnSpPr>
                  <a:cxnSpLocks/>
                  <a:stCxn id="24" idx="1"/>
                  <a:endCxn id="31" idx="3"/>
                </p:cNvCxnSpPr>
                <p:nvPr/>
              </p:nvCxnSpPr>
              <p:spPr>
                <a:xfrm flipH="1" flipV="1">
                  <a:off x="1996171" y="1592179"/>
                  <a:ext cx="337953" cy="66061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D22EF14C-54AA-A9CE-D455-7C9A1F66C8DA}"/>
                    </a:ext>
                  </a:extLst>
                </p:cNvPr>
                <p:cNvCxnSpPr>
                  <a:cxnSpLocks/>
                  <a:stCxn id="24" idx="1"/>
                  <a:endCxn id="32" idx="3"/>
                </p:cNvCxnSpPr>
                <p:nvPr/>
              </p:nvCxnSpPr>
              <p:spPr>
                <a:xfrm flipH="1" flipV="1">
                  <a:off x="1996171" y="2249904"/>
                  <a:ext cx="337953" cy="2891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DFDDB555-A935-B7ED-235F-75C1F2EC96A1}"/>
                    </a:ext>
                  </a:extLst>
                </p:cNvPr>
                <p:cNvCxnSpPr>
                  <a:cxnSpLocks/>
                  <a:stCxn id="24" idx="1"/>
                  <a:endCxn id="33" idx="3"/>
                </p:cNvCxnSpPr>
                <p:nvPr/>
              </p:nvCxnSpPr>
              <p:spPr>
                <a:xfrm flipH="1">
                  <a:off x="1996171" y="2252796"/>
                  <a:ext cx="337953" cy="654834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213BF788-E53F-9CD1-CE9C-08BF62AD3EBE}"/>
                  </a:ext>
                </a:extLst>
              </p:cNvPr>
              <p:cNvGrpSpPr/>
              <p:nvPr/>
            </p:nvGrpSpPr>
            <p:grpSpPr>
              <a:xfrm>
                <a:off x="2300585" y="1930839"/>
                <a:ext cx="853874" cy="614726"/>
                <a:chOff x="2300585" y="1930839"/>
                <a:chExt cx="853874" cy="614726"/>
              </a:xfrm>
            </p:grpSpPr>
            <p:sp>
              <p:nvSpPr>
                <p:cNvPr id="24" name="Rectangle: Rounded Corners 23">
                  <a:extLst>
                    <a:ext uri="{FF2B5EF4-FFF2-40B4-BE49-F238E27FC236}">
                      <a16:creationId xmlns:a16="http://schemas.microsoft.com/office/drawing/2014/main" id="{94B784CE-4CED-0B2F-C06E-13BA5C6D26B1}"/>
                    </a:ext>
                  </a:extLst>
                </p:cNvPr>
                <p:cNvSpPr/>
                <p:nvPr/>
              </p:nvSpPr>
              <p:spPr>
                <a:xfrm>
                  <a:off x="2334124" y="1960028"/>
                  <a:ext cx="753981" cy="585537"/>
                </a:xfrm>
                <a:prstGeom prst="round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gNB</a:t>
                  </a:r>
                </a:p>
              </p:txBody>
            </p:sp>
            <p:sp>
              <p:nvSpPr>
                <p:cNvPr id="25" name="Rectangle: Rounded Corners 24">
                  <a:extLst>
                    <a:ext uri="{FF2B5EF4-FFF2-40B4-BE49-F238E27FC236}">
                      <a16:creationId xmlns:a16="http://schemas.microsoft.com/office/drawing/2014/main" id="{F9DBE718-B94B-F16E-6147-9CDFF056B02C}"/>
                    </a:ext>
                  </a:extLst>
                </p:cNvPr>
                <p:cNvSpPr/>
                <p:nvPr/>
              </p:nvSpPr>
              <p:spPr>
                <a:xfrm>
                  <a:off x="3012756" y="2155382"/>
                  <a:ext cx="141703" cy="189443"/>
                </a:xfrm>
                <a:prstGeom prst="roundRect">
                  <a:avLst>
                    <a:gd name="adj" fmla="val 25490"/>
                  </a:avLst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C01354-0AB0-265D-E19E-ACCC3B58038F}"/>
                    </a:ext>
                  </a:extLst>
                </p:cNvPr>
                <p:cNvSpPr txBox="1"/>
                <p:nvPr/>
              </p:nvSpPr>
              <p:spPr>
                <a:xfrm>
                  <a:off x="2300585" y="1930839"/>
                  <a:ext cx="821059" cy="2000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7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OpenAirInterface</a:t>
                  </a:r>
                </a:p>
              </p:txBody>
            </p: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56BA1C0-C4BB-BE6E-09E5-EDB3FA25F306}"/>
                </a:ext>
              </a:extLst>
            </p:cNvPr>
            <p:cNvGrpSpPr/>
            <p:nvPr/>
          </p:nvGrpSpPr>
          <p:grpSpPr>
            <a:xfrm>
              <a:off x="5495386" y="3116511"/>
              <a:ext cx="1380443" cy="614726"/>
              <a:chOff x="3837589" y="1930839"/>
              <a:chExt cx="1380443" cy="614726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B04486F9-8CB3-BA55-5E3A-51043C1161B5}"/>
                  </a:ext>
                </a:extLst>
              </p:cNvPr>
              <p:cNvSpPr/>
              <p:nvPr/>
            </p:nvSpPr>
            <p:spPr>
              <a:xfrm>
                <a:off x="3837589" y="1960028"/>
                <a:ext cx="1380443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O1 Adapter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01172F1-265A-3ACE-F222-8B3F812FE109}"/>
                  </a:ext>
                </a:extLst>
              </p:cNvPr>
              <p:cNvSpPr txBox="1"/>
              <p:nvPr/>
            </p:nvSpPr>
            <p:spPr>
              <a:xfrm>
                <a:off x="4117280" y="1930839"/>
                <a:ext cx="821059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</a:t>
                </a:r>
              </a:p>
            </p:txBody>
          </p:sp>
        </p:grp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7C8768EE-019B-4786-889B-241D7BEA5029}"/>
                </a:ext>
              </a:extLst>
            </p:cNvPr>
            <p:cNvSpPr/>
            <p:nvPr/>
          </p:nvSpPr>
          <p:spPr>
            <a:xfrm>
              <a:off x="4745901" y="2701839"/>
              <a:ext cx="1580684" cy="300565"/>
            </a:xfrm>
            <a:prstGeom prst="wedgeRoundRectCallout">
              <a:avLst>
                <a:gd name="adj1" fmla="val -44446"/>
                <a:gd name="adj2" fmla="val 155070"/>
                <a:gd name="adj3" fmla="val 16667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Telnet Server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F654B56-D0FE-9705-347A-E9A0C7259973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6875829" y="3435577"/>
              <a:ext cx="749484" cy="367833"/>
            </a:xfrm>
            <a:prstGeom prst="line">
              <a:avLst/>
            </a:prstGeom>
            <a:ln>
              <a:headEnd type="arrow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F76B1D6-A203-E77C-4D53-AC36FF89A215}"/>
                </a:ext>
              </a:extLst>
            </p:cNvPr>
            <p:cNvSpPr/>
            <p:nvPr/>
          </p:nvSpPr>
          <p:spPr>
            <a:xfrm>
              <a:off x="6804977" y="3367179"/>
              <a:ext cx="141703" cy="141703"/>
            </a:xfrm>
            <a:prstGeom prst="roundRect">
              <a:avLst>
                <a:gd name="adj" fmla="val 25490"/>
              </a:avLst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peech Bubble: Rectangle with Corners Rounded 12">
              <a:extLst>
                <a:ext uri="{FF2B5EF4-FFF2-40B4-BE49-F238E27FC236}">
                  <a16:creationId xmlns:a16="http://schemas.microsoft.com/office/drawing/2014/main" id="{3F54D99C-840C-00E9-D78A-966783930513}"/>
                </a:ext>
              </a:extLst>
            </p:cNvPr>
            <p:cNvSpPr/>
            <p:nvPr/>
          </p:nvSpPr>
          <p:spPr>
            <a:xfrm flipH="1">
              <a:off x="5072518" y="3873064"/>
              <a:ext cx="1939420" cy="300565"/>
            </a:xfrm>
            <a:prstGeom prst="wedgeRoundRectCallout">
              <a:avLst>
                <a:gd name="adj1" fmla="val -39426"/>
                <a:gd name="adj2" fmla="val -148622"/>
                <a:gd name="adj3" fmla="val 16667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NETCONF Server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24AB07A-1A5B-5ACF-B65B-816EAAF58EA1}"/>
                </a:ext>
              </a:extLst>
            </p:cNvPr>
            <p:cNvCxnSpPr>
              <a:cxnSpLocks/>
              <a:endCxn id="18" idx="3"/>
            </p:cNvCxnSpPr>
            <p:nvPr/>
          </p:nvCxnSpPr>
          <p:spPr>
            <a:xfrm flipH="1">
              <a:off x="8631767" y="3803410"/>
              <a:ext cx="24979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E15130A-2F5A-AC26-7CB1-723DD14E6E91}"/>
                </a:ext>
              </a:extLst>
            </p:cNvPr>
            <p:cNvGrpSpPr/>
            <p:nvPr/>
          </p:nvGrpSpPr>
          <p:grpSpPr>
            <a:xfrm>
              <a:off x="7625313" y="2774975"/>
              <a:ext cx="1006454" cy="1321203"/>
              <a:chOff x="5967516" y="1221469"/>
              <a:chExt cx="1006454" cy="1321203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3C91E35C-D730-4F2A-A6C0-F5DB23F0B23C}"/>
                  </a:ext>
                </a:extLst>
              </p:cNvPr>
              <p:cNvSpPr/>
              <p:nvPr/>
            </p:nvSpPr>
            <p:spPr>
              <a:xfrm>
                <a:off x="5967516" y="1957135"/>
                <a:ext cx="1006454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1447506B-A068-7CC5-68CB-A171CEE44055}"/>
                  </a:ext>
                </a:extLst>
              </p:cNvPr>
              <p:cNvSpPr/>
              <p:nvPr/>
            </p:nvSpPr>
            <p:spPr>
              <a:xfrm>
                <a:off x="5967516" y="1221469"/>
                <a:ext cx="1006454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B777EB9-626C-CCA4-B12F-E2A04D893EF7}"/>
                </a:ext>
              </a:extLst>
            </p:cNvPr>
            <p:cNvCxnSpPr>
              <a:cxnSpLocks/>
              <a:stCxn id="19" idx="1"/>
              <a:endCxn id="12" idx="3"/>
            </p:cNvCxnSpPr>
            <p:nvPr/>
          </p:nvCxnSpPr>
          <p:spPr>
            <a:xfrm flipH="1">
              <a:off x="6946680" y="3067744"/>
              <a:ext cx="678633" cy="370287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A470185-A33C-DB86-47B5-AB273427E564}"/>
                </a:ext>
              </a:extLst>
            </p:cNvPr>
            <p:cNvGrpSpPr/>
            <p:nvPr/>
          </p:nvGrpSpPr>
          <p:grpSpPr>
            <a:xfrm>
              <a:off x="8654914" y="3287694"/>
              <a:ext cx="697627" cy="727425"/>
              <a:chOff x="8654914" y="3287694"/>
              <a:chExt cx="697627" cy="727425"/>
            </a:xfrm>
          </p:grpSpPr>
          <p:pic>
            <p:nvPicPr>
              <p:cNvPr id="14" name="Graphic 13" descr="Database with solid fill">
                <a:extLst>
                  <a:ext uri="{FF2B5EF4-FFF2-40B4-BE49-F238E27FC236}">
                    <a16:creationId xmlns:a16="http://schemas.microsoft.com/office/drawing/2014/main" id="{A1063F4F-21AC-0E37-2CC6-4FCEE9DD00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4046" y="3591699"/>
                <a:ext cx="423420" cy="423420"/>
              </a:xfrm>
              <a:prstGeom prst="rect">
                <a:avLst/>
              </a:prstGeom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90CD3CB-E954-E9B3-5E89-BD0233A8DCA5}"/>
                  </a:ext>
                </a:extLst>
              </p:cNvPr>
              <p:cNvSpPr txBox="1"/>
              <p:nvPr/>
            </p:nvSpPr>
            <p:spPr>
              <a:xfrm>
                <a:off x="8654914" y="3287694"/>
                <a:ext cx="6976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DME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01091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</TotalTime>
  <Words>442</Words>
  <Application>Microsoft Office PowerPoint</Application>
  <PresentationFormat>Widescreen</PresentationFormat>
  <Paragraphs>149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118</cp:revision>
  <dcterms:created xsi:type="dcterms:W3CDTF">2025-03-21T23:15:08Z</dcterms:created>
  <dcterms:modified xsi:type="dcterms:W3CDTF">2026-02-06T19:08:00Z</dcterms:modified>
</cp:coreProperties>
</file>