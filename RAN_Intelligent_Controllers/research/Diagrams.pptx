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1117"/>
    <a:srgbClr val="171717"/>
    <a:srgbClr val="262626"/>
    <a:srgbClr val="303030"/>
    <a:srgbClr val="151B23"/>
    <a:srgbClr val="7F7F7F"/>
    <a:srgbClr val="E6E6E6"/>
    <a:srgbClr val="E5E5E5"/>
    <a:srgbClr val="FFFFFF"/>
    <a:srgbClr val="F2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7" autoAdjust="0"/>
    <p:restoredTop sz="94660"/>
  </p:normalViewPr>
  <p:slideViewPr>
    <p:cSldViewPr snapToGrid="0">
      <p:cViewPr>
        <p:scale>
          <a:sx n="64" d="100"/>
          <a:sy n="64" d="100"/>
        </p:scale>
        <p:origin x="1018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1850713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28575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28575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28575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28575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6217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RC</a:t>
                </a:r>
                <a:b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KPI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28575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1850713" y="1617089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6217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RC</a:t>
                </a:r>
                <a:b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KPI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158</Words>
  <Application>Microsoft Office PowerPoint</Application>
  <PresentationFormat>Widescreen</PresentationFormat>
  <Paragraphs>64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Simeon Wuthier</cp:lastModifiedBy>
  <cp:revision>22</cp:revision>
  <dcterms:created xsi:type="dcterms:W3CDTF">2025-03-21T23:15:08Z</dcterms:created>
  <dcterms:modified xsi:type="dcterms:W3CDTF">2025-03-22T12:22:12Z</dcterms:modified>
</cp:coreProperties>
</file>