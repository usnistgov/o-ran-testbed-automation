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3" r:id="rId5"/>
    <p:sldId id="264" r:id="rId6"/>
    <p:sldId id="265" r:id="rId7"/>
    <p:sldId id="259" r:id="rId8"/>
    <p:sldId id="261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F2F2F2"/>
    <a:srgbClr val="262626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493" autoAdjust="0"/>
    <p:restoredTop sz="94660"/>
  </p:normalViewPr>
  <p:slideViewPr>
    <p:cSldViewPr snapToGrid="0">
      <p:cViewPr>
        <p:scale>
          <a:sx n="150" d="100"/>
          <a:sy n="150" d="100"/>
        </p:scale>
        <p:origin x="1050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1850713" y="1650083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70179"/>
              <a:chOff x="2039317" y="1879053"/>
              <a:chExt cx="8019085" cy="347017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856781"/>
                <a:chOff x="739346" y="2194877"/>
                <a:chExt cx="8019085" cy="185678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708189"/>
                  <a:chOff x="7311071" y="2343469"/>
                  <a:chExt cx="1689168" cy="1708189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704381"/>
                    <a:chOff x="4019338" y="2347277"/>
                    <a:chExt cx="1689168" cy="1704381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OAI 5G CN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Phoenix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Free5GC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1850713" y="1617089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70179"/>
              <a:chOff x="2039317" y="1879053"/>
              <a:chExt cx="8019085" cy="347017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856781"/>
                <a:chOff x="739346" y="2194877"/>
                <a:chExt cx="8019085" cy="185678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708189"/>
                  <a:chOff x="7311071" y="2343469"/>
                  <a:chExt cx="1689168" cy="1708189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704381"/>
                    <a:chOff x="4019338" y="2347277"/>
                    <a:chExt cx="1689168" cy="1704381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OAI 5G CN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Phoenix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Free5GC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0474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592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873989" y="2167447"/>
              <a:chExt cx="2860204" cy="52322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1"/>
                <a:ext cx="2787151" cy="5027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962221" y="4222565"/>
              <a:chExt cx="2860204" cy="523220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9"/>
                <a:ext cx="2787151" cy="502746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753</Words>
  <Application>Microsoft Office PowerPoint</Application>
  <PresentationFormat>Widescreen</PresentationFormat>
  <Paragraphs>247</Paragraphs>
  <Slides>9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91</cp:revision>
  <dcterms:created xsi:type="dcterms:W3CDTF">2025-03-21T23:15:08Z</dcterms:created>
  <dcterms:modified xsi:type="dcterms:W3CDTF">2025-07-09T19:56:00Z</dcterms:modified>
</cp:coreProperties>
</file>