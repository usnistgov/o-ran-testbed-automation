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2" r:id="rId4"/>
    <p:sldId id="263" r:id="rId5"/>
    <p:sldId id="264" r:id="rId6"/>
    <p:sldId id="265" r:id="rId7"/>
    <p:sldId id="259" r:id="rId8"/>
    <p:sldId id="261" r:id="rId9"/>
    <p:sldId id="2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F2F2F2"/>
    <a:srgbClr val="262626"/>
    <a:srgbClr val="0D1117"/>
    <a:srgbClr val="FF7B61"/>
    <a:srgbClr val="C40E00"/>
    <a:srgbClr val="FF6600"/>
    <a:srgbClr val="D9D9D9"/>
    <a:srgbClr val="171717"/>
    <a:srgbClr val="30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493" autoAdjust="0"/>
    <p:restoredTop sz="94660"/>
  </p:normalViewPr>
  <p:slideViewPr>
    <p:cSldViewPr snapToGrid="0">
      <p:cViewPr varScale="1">
        <p:scale>
          <a:sx n="95" d="100"/>
          <a:sy n="95" d="100"/>
        </p:scale>
        <p:origin x="41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139A-69AE-81EE-E5D4-5C329D8B4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D538E-ABAC-5449-81C6-603BD7299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200B-A96D-582A-A2B1-08C2F16B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78B-533A-3A95-16F7-34A7120E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C890-A6FF-6D69-03ED-D2D8B4CD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7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8FE0-9026-0E59-C841-0AA5F78C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326C-D9EE-F0F9-7816-4417D58F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8E1B4-3671-B19F-D3C1-2D4B4F75F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5305B-8A65-3BC5-B1E8-F5AC68ED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E9F5B-AB7C-7FC0-53BA-49AA3573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9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B182-3F86-216A-A65D-A275C66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2DFE-28B5-0712-9D73-76C6A1629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83783-13F7-268E-D1F1-3AD45A9C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C952-ECF1-B048-A635-E181789B0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FC58E-FA6C-14C3-F325-E6D8AB121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9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ACB0F-6B9C-0840-CB06-8619997B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8108B-7CFA-DFC8-5F7A-0788A62E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6D72A-DA13-B836-292E-359B2321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0474C-9D01-0B8D-4289-522B7F6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C3E3A-38F9-0A53-DC8F-E1E3A2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5CE0B-802C-F764-7F1A-7FB62605E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0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5685A-033F-7273-1179-EC2B9279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FA68A-4479-D09B-72B5-23B4E08CF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EF774-6318-0EE6-4181-3EF31F4BA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F16BD4-704E-4BAF-CCB4-CC010C813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90820-174E-CFF7-9F27-22AB6D9B8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45FDBA-88C2-60E4-CF11-D0C5FB66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6508-E48F-0CF7-1614-566E0E5C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52B0C8-4986-F1E2-5C91-BC2D9943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05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CAE2-6F5F-7CE8-0D71-ACB91A4B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E030-0ABF-95B7-0CEC-E66CC95E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2FDA-6DA6-9BAB-2D24-005D8C070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6024C-60C4-94DD-C7EA-C2AA1E82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7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3FAA-3025-C2A3-E262-C6103A4F9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48D57-270A-89BB-EF2C-E3CCAF3EC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EFEF9-6610-3B57-0863-00894F94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63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3DE4-3AEA-28C6-E5CD-AC99A49E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453DB-6AE6-32D8-BFE3-4EDC600E4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EDCAE-D717-76E8-A071-B6F84AF34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8D449-ACA5-C79B-CDA4-6823F66F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AA32F-53C9-24B0-EDAE-A4FB58046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216677-7D7D-F77A-0483-0E9102F6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0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022C7-F13F-F9F0-E772-E64A406F2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2DFE9-0972-7703-8F69-A4BDC19A1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3CBA7-952D-BA5E-BD4D-91C1BF624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78F9-CDD3-2868-CA2C-B9C8E40C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72C-DF9F-EF41-8EAF-9FF62DB1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1318-451C-7C5A-09FB-6402F63CB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FF38-177E-B94C-68F8-413D73FF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922E8-CFF2-5735-D715-BD06B7E8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35612-693D-C740-6011-AFA1F32D7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E78C-7A23-173A-1755-B33C9DD6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C841B-641B-D114-5F84-0215E4294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99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E36EB5-067A-BD48-B8FD-32F2E05A5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92769-E4A3-80AD-221D-25A65CEB0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6F84A-A29E-1223-AC75-AFF9987E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ABCA4-FA17-DADC-CBB2-8CBCD1A9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473B9-8C5C-2C98-01D6-97610911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2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8D403-29FC-1986-2CDF-FC2F8A8C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3665-B61A-4F16-9813-197300C6D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4C0D-FA32-AE9D-7CFC-EA19473AE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DF383-F48D-4C35-882C-8A26F25E24F6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C3ED5-280B-A8C0-897F-F10E39743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D48E-734C-1C7D-2E36-81DB0642D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85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5" Type="http://schemas.openxmlformats.org/officeDocument/2006/relationships/image" Target="../media/image2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Relationship Id="rId1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5" Type="http://schemas.openxmlformats.org/officeDocument/2006/relationships/image" Target="../media/image2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Relationship Id="rId14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E3AAF73-51F9-4678-9914-A34536EDBFF4}"/>
              </a:ext>
            </a:extLst>
          </p:cNvPr>
          <p:cNvGrpSpPr/>
          <p:nvPr/>
        </p:nvGrpSpPr>
        <p:grpSpPr>
          <a:xfrm>
            <a:off x="2008561" y="1641915"/>
            <a:ext cx="8174878" cy="3574169"/>
            <a:chOff x="1850713" y="1650083"/>
            <a:chExt cx="8174878" cy="357416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57883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66033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54073"/>
              <a:ext cx="8019085" cy="3470179"/>
              <a:chOff x="2039317" y="1879053"/>
              <a:chExt cx="8019085" cy="347017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856781"/>
                <a:chOff x="739346" y="2194877"/>
                <a:chExt cx="8019085" cy="185678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20624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708189"/>
                  <a:chOff x="7311071" y="2343469"/>
                  <a:chExt cx="1689168" cy="1708189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704381"/>
                    <a:chOff x="4019338" y="2347277"/>
                    <a:chExt cx="1689168" cy="1704381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954287"/>
                      <a:chOff x="4019338" y="2347277"/>
                      <a:chExt cx="1568356" cy="954287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2993787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  <a:endParaRPr lang="en-US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220661"/>
                      <a:ext cx="1568356" cy="8309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OAI 5G CN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Phoenix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Free5GC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40326"/>
                      <a:gd name="adj2" fmla="val 0"/>
                    </a:avLst>
                  </a:prstGeom>
                  <a:solidFill>
                    <a:srgbClr val="E6E6E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chemeClr val="bg1">
                    <a:lumMod val="9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  <a:endPara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A1 Policy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RIC Control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445360" y="3801483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18189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E28D0C1-022A-4A17-812E-ED8DE9796EE2}"/>
              </a:ext>
            </a:extLst>
          </p:cNvPr>
          <p:cNvGrpSpPr/>
          <p:nvPr/>
        </p:nvGrpSpPr>
        <p:grpSpPr>
          <a:xfrm>
            <a:off x="2008561" y="1641915"/>
            <a:ext cx="8174878" cy="3574169"/>
            <a:chOff x="1850713" y="1617089"/>
            <a:chExt cx="8174878" cy="357416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24889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33039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rgbClr val="171717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21079"/>
              <a:ext cx="8019085" cy="3470179"/>
              <a:chOff x="2039317" y="1879053"/>
              <a:chExt cx="8019085" cy="347017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856781"/>
                <a:chOff x="739346" y="2194877"/>
                <a:chExt cx="8019085" cy="185678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708189"/>
                  <a:chOff x="7311071" y="2343469"/>
                  <a:chExt cx="1689168" cy="1708189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704381"/>
                    <a:chOff x="4019338" y="2347277"/>
                    <a:chExt cx="1689168" cy="1704381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954287"/>
                      <a:chOff x="4019338" y="2347277"/>
                      <a:chExt cx="1568356" cy="954287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2993787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220661"/>
                      <a:ext cx="1568356" cy="8309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OAI 5G CN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Phoenix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Free5GC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39753"/>
                      <a:gd name="adj2" fmla="val 0"/>
                    </a:avLst>
                  </a:prstGeom>
                  <a:solidFill>
                    <a:srgbClr val="30303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rgbClr val="26262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A1 Policy</a:t>
                </a: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RIC Control</a:t>
                </a: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445360" y="3780699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6227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0F26478-879E-D4B3-A75A-5E42646C065C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575839" y="1513908"/>
            <a:chExt cx="11199066" cy="305766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543694"/>
              <a:chOff x="8873989" y="2167447"/>
              <a:chExt cx="2860204" cy="54369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85101B2-3441-45C3-4D5F-B32E7D1461C5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22" name="Rectangle: Top Corners Rounded 21">
                <a:extLst>
                  <a:ext uri="{FF2B5EF4-FFF2-40B4-BE49-F238E27FC236}">
                    <a16:creationId xmlns:a16="http://schemas.microsoft.com/office/drawing/2014/main" id="{77878395-64F7-3C4F-756B-7DB9A3FFACED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: Top Corners Rounded 22">
                <a:extLst>
                  <a:ext uri="{FF2B5EF4-FFF2-40B4-BE49-F238E27FC236}">
                    <a16:creationId xmlns:a16="http://schemas.microsoft.com/office/drawing/2014/main" id="{1B3C8D2A-C9D1-9D95-D967-D15933172E7C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D9D9D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320646D-E588-66BF-2291-C28731EB62C6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CDD7B7F2-522F-30DC-707E-115B5707AD6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582B19-FF4F-F533-E626-177EA2EE43FA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D8250A4-D4DE-5B5F-A55F-B8F6432AF1CA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Phoenix (5gdeploy)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4DFD742-DB1D-C83C-32E6-9DCE1C152217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85AE1C1-5F7F-93A3-D1D3-3A3A14493B4D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34260CC-1F20-1BA6-9F62-4C53EBD2BEAC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stCxn id="3" idx="1"/>
              <a:endCxn id="237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stCxn id="3" idx="1"/>
              <a:endCxn id="236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stCxn id="2" idx="1"/>
              <a:endCxn id="236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6404A511-24EF-F2E0-E620-746E32F0E998}"/>
                </a:ext>
              </a:extLst>
            </p:cNvPr>
            <p:cNvCxnSpPr>
              <a:cxnSpLocks/>
              <a:stCxn id="3" idx="1"/>
              <a:endCxn id="27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70465907-0F64-4965-9163-B2C700A48E2C}"/>
                </a:ext>
              </a:extLst>
            </p:cNvPr>
            <p:cNvCxnSpPr>
              <a:cxnSpLocks/>
              <a:stCxn id="3" idx="1"/>
              <a:endCxn id="28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411F421E-1B73-D5DA-0B27-75EF7C35376E}"/>
                </a:ext>
              </a:extLst>
            </p:cNvPr>
            <p:cNvCxnSpPr>
              <a:cxnSpLocks/>
              <a:stCxn id="2" idx="1"/>
              <a:endCxn id="26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6C08D5E6-1E0C-25D0-ED10-FE79EF24D209}"/>
                </a:ext>
              </a:extLst>
            </p:cNvPr>
            <p:cNvCxnSpPr>
              <a:cxnSpLocks/>
              <a:stCxn id="2" idx="1"/>
              <a:endCxn id="27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D5B6C4AD-F7E9-7B2A-2D7D-25E385B05D6D}"/>
                </a:ext>
              </a:extLst>
            </p:cNvPr>
            <p:cNvCxnSpPr>
              <a:cxnSpLocks/>
              <a:stCxn id="2" idx="1"/>
              <a:endCxn id="28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CCB705AB-188A-483B-5A34-A75DADA65705}"/>
                </a:ext>
              </a:extLst>
            </p:cNvPr>
            <p:cNvCxnSpPr>
              <a:cxnSpLocks/>
              <a:stCxn id="3" idx="1"/>
              <a:endCxn id="26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stCxn id="2" idx="1"/>
              <a:endCxn id="237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5947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3F2B56B-2A1B-AAED-75E7-7EF400469EE5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575839" y="1513908"/>
            <a:chExt cx="11199066" cy="3057669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4A26B3F-15A3-D629-EB52-62377911DD27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A39A4587-AE3D-D35E-ADC6-8CC323C253CF}"/>
                </a:ext>
              </a:extLst>
            </p:cNvPr>
            <p:cNvCxnSpPr>
              <a:cxnSpLocks/>
              <a:stCxn id="238" idx="3"/>
              <a:endCxn id="208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D3AFDF2-EA1A-B0FF-B379-D800EAA448CC}"/>
                </a:ext>
              </a:extLst>
            </p:cNvPr>
            <p:cNvCxnSpPr>
              <a:cxnSpLocks/>
              <a:stCxn id="226" idx="3"/>
              <a:endCxn id="237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82F8985-A178-E076-4917-A5370ACBC601}"/>
                </a:ext>
              </a:extLst>
            </p:cNvPr>
            <p:cNvCxnSpPr>
              <a:cxnSpLocks/>
              <a:stCxn id="225" idx="3"/>
              <a:endCxn id="236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B8AAFA0-CAE8-2B1F-4E26-94C723A65781}"/>
                </a:ext>
              </a:extLst>
            </p:cNvPr>
            <p:cNvCxnSpPr>
              <a:cxnSpLocks/>
              <a:stCxn id="227" idx="3"/>
              <a:endCxn id="237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035DE4D-3950-1680-7C80-CD2732746056}"/>
                </a:ext>
              </a:extLst>
            </p:cNvPr>
            <p:cNvCxnSpPr>
              <a:cxnSpLocks/>
              <a:stCxn id="230" idx="3"/>
              <a:endCxn id="241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8517B87-3347-BAFC-30A4-C32FB9E6475C}"/>
                </a:ext>
              </a:extLst>
            </p:cNvPr>
            <p:cNvCxnSpPr>
              <a:cxnSpLocks/>
              <a:stCxn id="224" idx="3"/>
              <a:endCxn id="235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ght Brace 32">
              <a:extLst>
                <a:ext uri="{FF2B5EF4-FFF2-40B4-BE49-F238E27FC236}">
                  <a16:creationId xmlns:a16="http://schemas.microsoft.com/office/drawing/2014/main" id="{6AA9718F-0B06-7882-E106-86151133E8A8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ight Brace 33">
              <a:extLst>
                <a:ext uri="{FF2B5EF4-FFF2-40B4-BE49-F238E27FC236}">
                  <a16:creationId xmlns:a16="http://schemas.microsoft.com/office/drawing/2014/main" id="{65D8AF6B-D011-8ACA-801B-042F88C8AADC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B4A6845-A427-CA62-2C08-0BAA2F810697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32" name="Rectangle: Rounded Corners 231">
                <a:extLst>
                  <a:ext uri="{FF2B5EF4-FFF2-40B4-BE49-F238E27FC236}">
                    <a16:creationId xmlns:a16="http://schemas.microsoft.com/office/drawing/2014/main" id="{133216DE-A09A-02DA-F73D-F609EA354A37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3" name="Rectangle: Top Corners Rounded 232">
                <a:extLst>
                  <a:ext uri="{FF2B5EF4-FFF2-40B4-BE49-F238E27FC236}">
                    <a16:creationId xmlns:a16="http://schemas.microsoft.com/office/drawing/2014/main" id="{E3F1A58A-3DA1-B726-50A5-443D5C10D3B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7D729002-84E1-D59E-85F9-F19919C03FF4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D275F4CA-9251-4571-DCC0-33EB207DE7D5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1F26A111-5EBC-8A84-F8A9-6B4AAE92CFC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012CE6A-2E67-AA61-B919-3E6BD14B18D3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CFCF6271-F672-6D8D-EEAC-7FE0D0B10B1B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C1671B07-F128-BF85-84FA-343EA2772B8E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FA825144-48E1-D560-99D8-BB8AA43C40A7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D0F41E38-7A95-0BD7-0F50-C263DC866D37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42" name="Rectangle: Rounded Corners 241">
                <a:extLst>
                  <a:ext uri="{FF2B5EF4-FFF2-40B4-BE49-F238E27FC236}">
                    <a16:creationId xmlns:a16="http://schemas.microsoft.com/office/drawing/2014/main" id="{FCDA3A55-BBEB-2089-FAA6-4D345E6A8BA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3D9E5AA5-6332-81FB-B6C5-522A256BD1FB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21" name="Rectangle: Rounded Corners 220">
                <a:extLst>
                  <a:ext uri="{FF2B5EF4-FFF2-40B4-BE49-F238E27FC236}">
                    <a16:creationId xmlns:a16="http://schemas.microsoft.com/office/drawing/2014/main" id="{41FEA0C9-417A-93F4-3A0D-F05E5B35C040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2" name="Rectangle: Top Corners Rounded 221">
                <a:extLst>
                  <a:ext uri="{FF2B5EF4-FFF2-40B4-BE49-F238E27FC236}">
                    <a16:creationId xmlns:a16="http://schemas.microsoft.com/office/drawing/2014/main" id="{7EF6E28E-C708-CF19-2E8C-A5E1FDCB3147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EFFA4B82-D054-49E8-9AF5-3B6B4F929CC0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D77F2D1E-111A-0EC9-59CB-FDAB785FE13C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B373C4ED-2749-B46B-095E-84788FBA5171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DC968F22-74C4-7656-0EE4-CBD09D779742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5EF3BAB1-6306-6257-0820-1E60E62D4525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12FCE961-5104-E038-0C85-DB23BFA112B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739DA047-9F92-EB9C-2612-A758AA6CDEC6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55A31A15-A388-A0BF-27C0-7AC7A3C8A0FF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31" name="Rectangle: Rounded Corners 230">
                <a:extLst>
                  <a:ext uri="{FF2B5EF4-FFF2-40B4-BE49-F238E27FC236}">
                    <a16:creationId xmlns:a16="http://schemas.microsoft.com/office/drawing/2014/main" id="{75A40120-D9C1-6243-5381-63C01A2743D1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A444277-0F73-A39B-C352-8FA6548B93F8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218" name="Rectangle: Rounded Corners 217">
                <a:extLst>
                  <a:ext uri="{FF2B5EF4-FFF2-40B4-BE49-F238E27FC236}">
                    <a16:creationId xmlns:a16="http://schemas.microsoft.com/office/drawing/2014/main" id="{551267A1-2D66-4219-F608-D12BA60A3FA9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7E7D7925-5010-B9F8-C6A4-BE12BD5694B7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F55670F8-1A8A-D361-2D01-AF4E54B2B247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96F41372-48AB-4106-0DEE-4D3241A9AEFF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543694"/>
              <a:chOff x="8873989" y="2167447"/>
              <a:chExt cx="2860204" cy="543694"/>
            </a:xfrm>
          </p:grpSpPr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E90A7441-1D6D-E1DE-D169-632EF87216FF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14" name="Straight Connector 213">
                <a:extLst>
                  <a:ext uri="{FF2B5EF4-FFF2-40B4-BE49-F238E27FC236}">
                    <a16:creationId xmlns:a16="http://schemas.microsoft.com/office/drawing/2014/main" id="{4E44ACEE-DC6D-C183-393B-FF669D5F74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C41C3D65-F48B-24FF-1025-F5097C6F7F11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0B699A1B-14D6-8418-8E5C-DF7D00B5E0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9AC9ED8-C188-B031-1A0D-1ECB5C4CE475}"/>
                </a:ext>
              </a:extLst>
            </p:cNvPr>
            <p:cNvCxnSpPr>
              <a:cxnSpLocks/>
              <a:stCxn id="227" idx="3"/>
              <a:endCxn id="242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4A93F2A7-DB38-2C63-309B-648C770A0779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C155961E-CD47-4E5D-3E0F-20CB4549B363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158D54F2-6A69-C5D1-05A5-4D9D53992726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1C87FD3E-74EE-B08D-F033-6265850F27A3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89CE6125-7D92-4E83-C15B-65CA0B5BC614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4F9FC162-0F12-A4BC-04F7-8DD83BD7515B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F2F84A3F-249C-8FD3-F60A-8557386BA8D4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C6969DC3-F468-1931-A91D-72377057E4B1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63F46770-9FAE-4033-01DF-505C6605CBBF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A9385791-FCD2-2C18-30A3-CF089E5ED518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38E669CB-15B4-F93C-A58B-ED54620A5240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Rectangle: Top Corners Rounded 195">
                <a:extLst>
                  <a:ext uri="{FF2B5EF4-FFF2-40B4-BE49-F238E27FC236}">
                    <a16:creationId xmlns:a16="http://schemas.microsoft.com/office/drawing/2014/main" id="{AB77D8F3-7981-EDBA-DC19-03C1F9B73F2D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F770037B-525D-9C88-53AB-60EFF8DA4163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Rectangle: Rounded Corners 198">
                <a:extLst>
                  <a:ext uri="{FF2B5EF4-FFF2-40B4-BE49-F238E27FC236}">
                    <a16:creationId xmlns:a16="http://schemas.microsoft.com/office/drawing/2014/main" id="{643C30BA-670B-A2C5-1D56-001B8A470E0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A50D0417-A635-358E-D133-E3A7E0961392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A0A9FC23-3E15-F0FB-87A1-735B1AF8CEAD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Phoenix (5gdeploy)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E534920F-F0D5-A211-0EBC-14787952E20C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06D261BA-B74D-DA83-6608-2CFD593CFB42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24AABCAD-5992-E470-4C83-8776E6500952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</a:p>
            </p:txBody>
          </p:sp>
        </p:grp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2E5A30C-73CD-19E4-E59B-CFBDF2D7BDB7}"/>
                </a:ext>
              </a:extLst>
            </p:cNvPr>
            <p:cNvCxnSpPr>
              <a:cxnSpLocks/>
              <a:stCxn id="34" idx="1"/>
              <a:endCxn id="208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425A5030-0FFB-CD28-14E7-AF0AFEEB443C}"/>
                </a:ext>
              </a:extLst>
            </p:cNvPr>
            <p:cNvCxnSpPr>
              <a:cxnSpLocks/>
              <a:stCxn id="33" idx="1"/>
              <a:endCxn id="203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D976F8A2-A38F-548D-E34D-42F2D8AF4E6C}"/>
                </a:ext>
              </a:extLst>
            </p:cNvPr>
            <p:cNvCxnSpPr>
              <a:cxnSpLocks/>
              <a:stCxn id="34" idx="1"/>
              <a:endCxn id="203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54AF584-92C4-A27B-C926-46756368F533}"/>
                </a:ext>
              </a:extLst>
            </p:cNvPr>
            <p:cNvCxnSpPr>
              <a:cxnSpLocks/>
              <a:stCxn id="34" idx="1"/>
              <a:endCxn id="207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27F5818-4011-FB5B-6D74-92B8B8CF6E57}"/>
                </a:ext>
              </a:extLst>
            </p:cNvPr>
            <p:cNvCxnSpPr>
              <a:cxnSpLocks/>
              <a:stCxn id="33" idx="1"/>
              <a:endCxn id="207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79FDFA5-A325-28CD-D607-B12E8577AD21}"/>
                </a:ext>
              </a:extLst>
            </p:cNvPr>
            <p:cNvCxnSpPr>
              <a:cxnSpLocks/>
              <a:stCxn id="34" idx="1"/>
              <a:endCxn id="201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CB99049F-2FE1-02B7-6E00-29FE85E90D00}"/>
                </a:ext>
              </a:extLst>
            </p:cNvPr>
            <p:cNvCxnSpPr>
              <a:cxnSpLocks/>
              <a:stCxn id="34" idx="1"/>
              <a:endCxn id="202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EE48765C-5159-E5BA-0720-86A50AAFB16E}"/>
                </a:ext>
              </a:extLst>
            </p:cNvPr>
            <p:cNvCxnSpPr>
              <a:cxnSpLocks/>
              <a:stCxn id="33" idx="1"/>
              <a:endCxn id="200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58705FE8-C5D7-E524-F79C-8092BFBD8840}"/>
                </a:ext>
              </a:extLst>
            </p:cNvPr>
            <p:cNvCxnSpPr>
              <a:cxnSpLocks/>
              <a:stCxn id="33" idx="1"/>
              <a:endCxn id="201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F00DBE24-2814-B5F8-E502-C8286971E965}"/>
                </a:ext>
              </a:extLst>
            </p:cNvPr>
            <p:cNvCxnSpPr>
              <a:cxnSpLocks/>
              <a:stCxn id="33" idx="1"/>
              <a:endCxn id="202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5C86F7A-A3F7-E935-BC61-78828C20AEEC}"/>
                </a:ext>
              </a:extLst>
            </p:cNvPr>
            <p:cNvCxnSpPr>
              <a:cxnSpLocks/>
              <a:stCxn id="34" idx="1"/>
              <a:endCxn id="200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52E4EC5-60C7-DADE-2335-70F50D08B5F6}"/>
                </a:ext>
              </a:extLst>
            </p:cNvPr>
            <p:cNvCxnSpPr>
              <a:cxnSpLocks/>
              <a:stCxn id="33" idx="1"/>
              <a:endCxn id="208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58929CC8-0567-FC1D-32AD-09F5C283A90B}"/>
                </a:ext>
              </a:extLst>
            </p:cNvPr>
            <p:cNvCxnSpPr>
              <a:cxnSpLocks/>
              <a:stCxn id="208" idx="3"/>
              <a:endCxn id="219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44DD7FAC-89CB-4E46-AE59-39ECE056D49E}"/>
                </a:ext>
              </a:extLst>
            </p:cNvPr>
            <p:cNvCxnSpPr>
              <a:cxnSpLocks/>
              <a:stCxn id="209" idx="3"/>
              <a:endCxn id="219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5625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E3AAF73-51F9-4678-9914-A34536EDBFF4}"/>
              </a:ext>
            </a:extLst>
          </p:cNvPr>
          <p:cNvGrpSpPr/>
          <p:nvPr/>
        </p:nvGrpSpPr>
        <p:grpSpPr>
          <a:xfrm>
            <a:off x="2008561" y="1650083"/>
            <a:ext cx="8174878" cy="3557833"/>
            <a:chOff x="1850713" y="1650083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57883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66033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54073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20624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154191"/>
                  <a:chOff x="7311071" y="2343469"/>
                  <a:chExt cx="1689168" cy="1154191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150383"/>
                    <a:chOff x="4019338" y="2347277"/>
                    <a:chExt cx="1689168" cy="1150383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954287"/>
                      <a:chOff x="4019338" y="2347277"/>
                      <a:chExt cx="1568356" cy="954287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2993787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  <a:endParaRPr lang="en-US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220661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40326"/>
                      <a:gd name="adj2" fmla="val 0"/>
                    </a:avLst>
                  </a:prstGeom>
                  <a:solidFill>
                    <a:srgbClr val="E6E6E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chemeClr val="bg1">
                    <a:lumMod val="9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  <a:endPara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A1 Policy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RIC Control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445360" y="3801483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00474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E28D0C1-022A-4A17-812E-ED8DE9796EE2}"/>
              </a:ext>
            </a:extLst>
          </p:cNvPr>
          <p:cNvGrpSpPr/>
          <p:nvPr/>
        </p:nvGrpSpPr>
        <p:grpSpPr>
          <a:xfrm>
            <a:off x="2008561" y="1650083"/>
            <a:ext cx="8174878" cy="3557833"/>
            <a:chOff x="1850713" y="1617089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24889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33039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rgbClr val="171717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21079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154191"/>
                  <a:chOff x="7311071" y="2343469"/>
                  <a:chExt cx="1689168" cy="1154191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150383"/>
                    <a:chOff x="4019338" y="2347277"/>
                    <a:chExt cx="1689168" cy="1150383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954287"/>
                      <a:chOff x="4019338" y="2347277"/>
                      <a:chExt cx="1568356" cy="954287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2993787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220661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39753"/>
                      <a:gd name="adj2" fmla="val 0"/>
                    </a:avLst>
                  </a:prstGeom>
                  <a:solidFill>
                    <a:srgbClr val="30303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rgbClr val="26262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</a:t>
                </a: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RIC Control</a:t>
                </a: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445360" y="3780699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45928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Group 267">
            <a:extLst>
              <a:ext uri="{FF2B5EF4-FFF2-40B4-BE49-F238E27FC236}">
                <a16:creationId xmlns:a16="http://schemas.microsoft.com/office/drawing/2014/main" id="{8F3BE6CA-7DE7-0289-6F16-C0A8B58E71BF}"/>
              </a:ext>
            </a:extLst>
          </p:cNvPr>
          <p:cNvGrpSpPr/>
          <p:nvPr/>
        </p:nvGrpSpPr>
        <p:grpSpPr>
          <a:xfrm>
            <a:off x="496467" y="2455375"/>
            <a:ext cx="11199066" cy="1947249"/>
            <a:chOff x="575839" y="2069432"/>
            <a:chExt cx="11199066" cy="194724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3107001"/>
              <a:ext cx="554157" cy="139349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9" name="Group 288">
              <a:extLst>
                <a:ext uri="{FF2B5EF4-FFF2-40B4-BE49-F238E27FC236}">
                  <a16:creationId xmlns:a16="http://schemas.microsoft.com/office/drawing/2014/main" id="{897C35CB-2826-9D45-36E5-D9869AC5C779}"/>
                </a:ext>
              </a:extLst>
            </p:cNvPr>
            <p:cNvGrpSpPr/>
            <p:nvPr/>
          </p:nvGrpSpPr>
          <p:grpSpPr>
            <a:xfrm>
              <a:off x="6498724" y="2172257"/>
              <a:ext cx="2302213" cy="609196"/>
              <a:chOff x="7063677" y="4951549"/>
              <a:chExt cx="2302213" cy="609196"/>
            </a:xfrm>
          </p:grpSpPr>
          <p:grpSp>
            <p:nvGrpSpPr>
              <p:cNvPr id="290" name="Group 289">
                <a:extLst>
                  <a:ext uri="{FF2B5EF4-FFF2-40B4-BE49-F238E27FC236}">
                    <a16:creationId xmlns:a16="http://schemas.microsoft.com/office/drawing/2014/main" id="{9FD17C75-99D0-F3DB-8F70-72BD9907E773}"/>
                  </a:ext>
                </a:extLst>
              </p:cNvPr>
              <p:cNvGrpSpPr/>
              <p:nvPr/>
            </p:nvGrpSpPr>
            <p:grpSpPr>
              <a:xfrm>
                <a:off x="7063677" y="4951549"/>
                <a:ext cx="2239251" cy="333931"/>
                <a:chOff x="7168594" y="4200673"/>
                <a:chExt cx="2239251" cy="299842"/>
              </a:xfrm>
            </p:grpSpPr>
            <p:sp>
              <p:nvSpPr>
                <p:cNvPr id="292" name="Rectangle: Rounded Corners 291">
                  <a:extLst>
                    <a:ext uri="{FF2B5EF4-FFF2-40B4-BE49-F238E27FC236}">
                      <a16:creationId xmlns:a16="http://schemas.microsoft.com/office/drawing/2014/main" id="{94C59FF3-872B-7D38-DDD5-DDE390FD075E}"/>
                    </a:ext>
                  </a:extLst>
                </p:cNvPr>
                <p:cNvSpPr/>
                <p:nvPr/>
              </p:nvSpPr>
              <p:spPr>
                <a:xfrm>
                  <a:off x="7168596" y="4200673"/>
                  <a:ext cx="2239249" cy="299842"/>
                </a:xfrm>
                <a:prstGeom prst="roundRect">
                  <a:avLst>
                    <a:gd name="adj" fmla="val 28947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3" name="TextBox 292">
                  <a:extLst>
                    <a:ext uri="{FF2B5EF4-FFF2-40B4-BE49-F238E27FC236}">
                      <a16:creationId xmlns:a16="http://schemas.microsoft.com/office/drawing/2014/main" id="{6BE91B1C-BB8A-8A0A-14C1-2CE1DA7B570C}"/>
                    </a:ext>
                  </a:extLst>
                </p:cNvPr>
                <p:cNvSpPr txBox="1"/>
                <p:nvPr/>
              </p:nvSpPr>
              <p:spPr>
                <a:xfrm>
                  <a:off x="7168594" y="4201157"/>
                  <a:ext cx="2238468" cy="27635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CA6FF32F-AAF7-5B75-CF10-697418E1E78B}"/>
                  </a:ext>
                </a:extLst>
              </p:cNvPr>
              <p:cNvSpPr txBox="1"/>
              <p:nvPr/>
            </p:nvSpPr>
            <p:spPr>
              <a:xfrm>
                <a:off x="7126641" y="52529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3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3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2493651"/>
              <a:ext cx="554157" cy="75269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3107001"/>
              <a:ext cx="554157" cy="43837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 flipV="1">
              <a:off x="5817331" y="3246350"/>
              <a:ext cx="680627" cy="31266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2493651"/>
              <a:ext cx="554157" cy="105172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523220"/>
              <a:chOff x="8873989" y="2167447"/>
              <a:chExt cx="2860204" cy="52322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1"/>
                <a:ext cx="2787151" cy="5027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2781548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44686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8E01907-679C-CCC9-D3A2-B1DF57432798}"/>
              </a:ext>
            </a:extLst>
          </p:cNvPr>
          <p:cNvGrpSpPr/>
          <p:nvPr/>
        </p:nvGrpSpPr>
        <p:grpSpPr>
          <a:xfrm>
            <a:off x="496467" y="2455375"/>
            <a:ext cx="11199066" cy="1947249"/>
            <a:chOff x="575839" y="2069432"/>
            <a:chExt cx="11199066" cy="194724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82EB370-06F7-A3C6-2D9D-767AE910B3C2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E7BD0CD-0AD8-F766-F38F-1FB50716D247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16526"/>
              <a:ext cx="554158" cy="139732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94C82875-16D7-328F-D44F-2C1A08F28D46}"/>
                </a:ext>
              </a:extLst>
            </p:cNvPr>
            <p:cNvGrpSpPr/>
            <p:nvPr/>
          </p:nvGrpSpPr>
          <p:grpSpPr>
            <a:xfrm>
              <a:off x="6498724" y="2172257"/>
              <a:ext cx="2239251" cy="333931"/>
              <a:chOff x="7168594" y="4200673"/>
              <a:chExt cx="2239251" cy="299842"/>
            </a:xfrm>
          </p:grpSpPr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E3E5506D-785E-C802-0B5C-83BCF4D57BC8}"/>
                  </a:ext>
                </a:extLst>
              </p:cNvPr>
              <p:cNvSpPr/>
              <p:nvPr/>
            </p:nvSpPr>
            <p:spPr>
              <a:xfrm>
                <a:off x="7168596" y="4200673"/>
                <a:ext cx="2239249" cy="299842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A6BD8DC3-F519-6540-99EC-9071E4B84D62}"/>
                  </a:ext>
                </a:extLst>
              </p:cNvPr>
              <p:cNvSpPr txBox="1"/>
              <p:nvPr/>
            </p:nvSpPr>
            <p:spPr>
              <a:xfrm>
                <a:off x="7168594" y="4201157"/>
                <a:ext cx="2238468" cy="27635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A79DEC-8744-1300-577F-E137537AD2F9}"/>
                </a:ext>
              </a:extLst>
            </p:cNvPr>
            <p:cNvCxnSpPr>
              <a:cxnSpLocks/>
              <a:stCxn id="45" idx="3"/>
              <a:endCxn id="5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4C38DF5-DD28-45E9-2507-546631986FEC}"/>
                </a:ext>
              </a:extLst>
            </p:cNvPr>
            <p:cNvCxnSpPr>
              <a:cxnSpLocks/>
              <a:stCxn id="44" idx="3"/>
              <a:endCxn id="55" idx="1"/>
            </p:cNvCxnSpPr>
            <p:nvPr/>
          </p:nvCxnSpPr>
          <p:spPr>
            <a:xfrm>
              <a:off x="2931791" y="2642033"/>
              <a:ext cx="67872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ECED138-8687-8AC9-B515-1F21C20F5556}"/>
                </a:ext>
              </a:extLst>
            </p:cNvPr>
            <p:cNvCxnSpPr>
              <a:cxnSpLocks/>
              <a:stCxn id="46" idx="3"/>
              <a:endCxn id="5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515E354-6DA8-293E-5366-4FCC379F89CE}"/>
                </a:ext>
              </a:extLst>
            </p:cNvPr>
            <p:cNvCxnSpPr>
              <a:cxnSpLocks/>
              <a:stCxn id="49" idx="3"/>
              <a:endCxn id="6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B2657DE-F9D4-6A96-5B71-8BE2C8C90454}"/>
                </a:ext>
              </a:extLst>
            </p:cNvPr>
            <p:cNvCxnSpPr>
              <a:cxnSpLocks/>
              <a:stCxn id="43" idx="3"/>
              <a:endCxn id="5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8C0992-8C5B-0CFA-F351-BDE45110AE40}"/>
                </a:ext>
              </a:extLst>
            </p:cNvPr>
            <p:cNvCxnSpPr>
              <a:cxnSpLocks/>
              <a:stCxn id="81" idx="3"/>
              <a:endCxn id="30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0F3449C-2283-DACE-FB13-38396C4B7FB9}"/>
                </a:ext>
              </a:extLst>
            </p:cNvPr>
            <p:cNvCxnSpPr>
              <a:cxnSpLocks/>
              <a:stCxn id="23" idx="1"/>
              <a:endCxn id="70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0F3409B-9BA3-B0DD-2840-A8BFD7EB2EFD}"/>
                </a:ext>
              </a:extLst>
            </p:cNvPr>
            <p:cNvCxnSpPr>
              <a:cxnSpLocks/>
              <a:stCxn id="24" idx="1"/>
              <a:endCxn id="70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936E016-28E0-8BF0-9431-64131BB8293D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503176"/>
              <a:ext cx="554158" cy="75308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85886D-3B15-DB08-3633-1E75D9D54A31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07001"/>
              <a:ext cx="554158" cy="44267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64B0A35-8F04-98CF-A4D8-50AD8B8C9AA5}"/>
                </a:ext>
              </a:extLst>
            </p:cNvPr>
            <p:cNvCxnSpPr>
              <a:cxnSpLocks/>
              <a:stCxn id="57" idx="3"/>
            </p:cNvCxnSpPr>
            <p:nvPr/>
          </p:nvCxnSpPr>
          <p:spPr>
            <a:xfrm flipV="1">
              <a:off x="5817331" y="3256258"/>
              <a:ext cx="680628" cy="30276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820C6D9-0E3D-0876-944B-2DAB23175A99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493651"/>
              <a:ext cx="554158" cy="1056029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A953FD7-0D5A-D260-FEA5-A750D4B0B26B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523220"/>
              <a:chOff x="8962221" y="4222565"/>
              <a:chExt cx="2860204" cy="523220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59D6F40-6E6F-232E-ECC9-A4EB8C8693B0}"/>
                  </a:ext>
                </a:extLst>
              </p:cNvPr>
              <p:cNvSpPr/>
              <p:nvPr/>
            </p:nvSpPr>
            <p:spPr>
              <a:xfrm>
                <a:off x="8962221" y="4243039"/>
                <a:ext cx="2787151" cy="502746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D14BEA91-F3A3-C660-8A23-F11C29E56C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378844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7248227-D8ED-62C9-8498-3B65A1AFBC5C}"/>
                  </a:ext>
                </a:extLst>
              </p:cNvPr>
              <p:cNvSpPr txBox="1"/>
              <p:nvPr/>
            </p:nvSpPr>
            <p:spPr>
              <a:xfrm>
                <a:off x="9235317" y="4222565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D72BCCD9-0ADB-0E7D-4D13-D2CC2EA673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596433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3" name="Right Brace 22">
              <a:extLst>
                <a:ext uri="{FF2B5EF4-FFF2-40B4-BE49-F238E27FC236}">
                  <a16:creationId xmlns:a16="http://schemas.microsoft.com/office/drawing/2014/main" id="{A7991ECF-F9B7-7535-37FB-A57CED3BF203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20C8E6D4-A40E-D435-BF8F-F8C003ACF650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A087A7C-EBC3-7D25-0193-6488C85E22BB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B3D7257C-B989-E6D2-FBC9-EEE63B1B672D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2" name="Rectangle: Top Corners Rounded 51">
                <a:extLst>
                  <a:ext uri="{FF2B5EF4-FFF2-40B4-BE49-F238E27FC236}">
                    <a16:creationId xmlns:a16="http://schemas.microsoft.com/office/drawing/2014/main" id="{DBC9B431-FC85-98F1-7802-3B3651BE6F8D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9AB0D5D-41E1-ECDD-6800-6D04A0A25D57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40C2853-5546-FC7B-38EC-F30D79A444C7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3618131-BAB2-A494-D3FA-1003A22DEB8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0B92E24-1934-475B-8C5E-87A7F5F0D58C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B8C8F01-0D4B-E516-9B28-D04D18700C28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1692A11-3785-2962-B861-CAA171F11677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1BF9939-6DC0-9767-200A-9AA00ED4DFCB}"/>
                  </a:ext>
                </a:extLst>
              </p:cNvPr>
              <p:cNvSpPr/>
              <p:nvPr/>
            </p:nvSpPr>
            <p:spPr>
              <a:xfrm>
                <a:off x="3916950" y="4607247"/>
                <a:ext cx="2239249" cy="3318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90EF321-DED3-3E92-2D8E-023FCA46B884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26FE37A3-1994-C0D5-B06F-E32D4E2A9E9D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38FE746-EA93-3F84-2E49-EB596828B714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06932116-A947-404E-B203-2C38A8952496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1" name="Rectangle: Top Corners Rounded 40">
                <a:extLst>
                  <a:ext uri="{FF2B5EF4-FFF2-40B4-BE49-F238E27FC236}">
                    <a16:creationId xmlns:a16="http://schemas.microsoft.com/office/drawing/2014/main" id="{AB9DCAB6-A723-7C47-DA69-4A1D35F5520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59024B3-E725-8F4D-57EF-E266332C0F1D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539C13-3DA0-CDD5-906F-B7B23E40A3DD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A83BE73-067A-6A36-CE79-E9C8F7848B03}"/>
                  </a:ext>
                </a:extLst>
              </p:cNvPr>
              <p:cNvSpPr txBox="1"/>
              <p:nvPr/>
            </p:nvSpPr>
            <p:spPr>
              <a:xfrm>
                <a:off x="3918857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2A8990-5727-46D2-F53B-BB54ADC83038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2E6A652-08FB-05C2-F5D5-25D5E1D5B52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9036365-8CEE-A19F-B173-8499CDCFCABA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D925D158-702C-A0D3-8A57-4736AFF32367}"/>
                  </a:ext>
                </a:extLst>
              </p:cNvPr>
              <p:cNvSpPr/>
              <p:nvPr/>
            </p:nvSpPr>
            <p:spPr>
              <a:xfrm>
                <a:off x="3916950" y="4611639"/>
                <a:ext cx="2239249" cy="327496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8772B8B-14B6-19AA-9DFC-643F7AF6818D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A0CE4E09-8DF3-9F5F-9E61-B32DC3A4E44A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0B8761-A333-E78A-907F-AD48533196CD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22DC171-A3EC-050F-5AC8-CA1EDEC48D5E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8F29ACD-A658-CB33-2DDC-6428BDD4405E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F2D46F8-64B8-9102-13D1-EC6356B1DA86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A259E58A-9111-E91B-A5A5-A6C4526B5B70}"/>
                </a:ext>
              </a:extLst>
            </p:cNvPr>
            <p:cNvCxnSpPr>
              <a:cxnSpLocks/>
              <a:stCxn id="46" idx="3"/>
              <a:endCxn id="54" idx="1"/>
            </p:cNvCxnSpPr>
            <p:nvPr/>
          </p:nvCxnSpPr>
          <p:spPr>
            <a:xfrm flipV="1">
              <a:off x="2929886" y="2947695"/>
              <a:ext cx="665196" cy="61132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4F0FF1D2-F883-D4BA-E0FF-D67304C298C7}"/>
                </a:ext>
              </a:extLst>
            </p:cNvPr>
            <p:cNvGrpSpPr/>
            <p:nvPr/>
          </p:nvGrpSpPr>
          <p:grpSpPr>
            <a:xfrm>
              <a:off x="6496054" y="2781548"/>
              <a:ext cx="2241153" cy="1233863"/>
              <a:chOff x="1026488" y="2318655"/>
              <a:chExt cx="2241153" cy="1233863"/>
            </a:xfrm>
          </p:grpSpPr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692BA8C-8BFD-D4AF-1AAD-285177594A04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3DE97752-AB53-3ACA-903E-641E201E923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71E07B19-72A9-960B-E632-3DF83E0D2A9A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90FAC063-73E1-9FCD-9F9C-9F943B1D6B62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97D48B6F-4051-F261-5713-9BF4699D9936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F1059630-8383-0B66-68A0-1B624EC69700}"/>
                  </a:ext>
                </a:extLst>
              </p:cNvPr>
              <p:cNvSpPr txBox="1"/>
              <p:nvPr/>
            </p:nvSpPr>
            <p:spPr>
              <a:xfrm>
                <a:off x="1026488" y="2928594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FE2B9E7-212A-DA2F-8016-28CC6B67159F}"/>
                  </a:ext>
                </a:extLst>
              </p:cNvPr>
              <p:cNvSpPr txBox="1"/>
              <p:nvPr/>
            </p:nvSpPr>
            <p:spPr>
              <a:xfrm>
                <a:off x="1026488" y="2629568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467B0EE3-8C81-7DF0-9524-0DB7433CFFAF}"/>
                  </a:ext>
                </a:extLst>
              </p:cNvPr>
              <p:cNvSpPr txBox="1"/>
              <p:nvPr/>
            </p:nvSpPr>
            <p:spPr>
              <a:xfrm>
                <a:off x="1026488" y="2330542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8716AD2C-5E04-6500-20A3-966FF14ADD37}"/>
                </a:ext>
              </a:extLst>
            </p:cNvPr>
            <p:cNvCxnSpPr>
              <a:cxnSpLocks/>
              <a:stCxn id="82" idx="3"/>
              <a:endCxn id="30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4ED17CE-4528-0EEC-AB9C-36F0BCB17D7E}"/>
                </a:ext>
              </a:extLst>
            </p:cNvPr>
            <p:cNvSpPr txBox="1"/>
            <p:nvPr/>
          </p:nvSpPr>
          <p:spPr>
            <a:xfrm>
              <a:off x="6561688" y="2473676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5G Core Network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2301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F1C2E85-70FA-F3AF-5835-4DDBDE1FC0EB}"/>
              </a:ext>
            </a:extLst>
          </p:cNvPr>
          <p:cNvGrpSpPr/>
          <p:nvPr/>
        </p:nvGrpSpPr>
        <p:grpSpPr>
          <a:xfrm>
            <a:off x="412247" y="458846"/>
            <a:ext cx="1637614" cy="523700"/>
            <a:chOff x="3423671" y="1867158"/>
            <a:chExt cx="1637614" cy="52370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DE1AD32-18BE-07D1-4819-E93C1902D708}"/>
                </a:ext>
              </a:extLst>
            </p:cNvPr>
            <p:cNvSpPr/>
            <p:nvPr/>
          </p:nvSpPr>
          <p:spPr>
            <a:xfrm>
              <a:off x="3423671" y="1867158"/>
              <a:ext cx="1637614" cy="523220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8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86B25B-27D4-ED9E-4290-51E8EA8B1A63}"/>
                </a:ext>
              </a:extLst>
            </p:cNvPr>
            <p:cNvSpPr txBox="1"/>
            <p:nvPr/>
          </p:nvSpPr>
          <p:spPr>
            <a:xfrm>
              <a:off x="3557978" y="1867638"/>
              <a:ext cx="136900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OpenAirInterface5G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7AC3C24-5D93-8C7A-BF1B-FB95124CC532}"/>
              </a:ext>
            </a:extLst>
          </p:cNvPr>
          <p:cNvGrpSpPr/>
          <p:nvPr/>
        </p:nvGrpSpPr>
        <p:grpSpPr>
          <a:xfrm>
            <a:off x="5451307" y="440618"/>
            <a:ext cx="2283381" cy="1233863"/>
            <a:chOff x="1028392" y="2318655"/>
            <a:chExt cx="2283381" cy="1233863"/>
          </a:xfrm>
        </p:grpSpPr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D2C051E-CEAC-BF62-49F2-C16CA11A4610}"/>
                </a:ext>
              </a:extLst>
            </p:cNvPr>
            <p:cNvSpPr txBox="1"/>
            <p:nvPr/>
          </p:nvSpPr>
          <p:spPr>
            <a:xfrm>
              <a:off x="1028392" y="3244741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16B62768-79CA-CE53-4D99-435EA269FFFD}"/>
                </a:ext>
              </a:extLst>
            </p:cNvPr>
            <p:cNvGrpSpPr/>
            <p:nvPr/>
          </p:nvGrpSpPr>
          <p:grpSpPr>
            <a:xfrm>
              <a:off x="1028392" y="2318655"/>
              <a:ext cx="2239249" cy="923272"/>
              <a:chOff x="1590040" y="5303322"/>
              <a:chExt cx="2374765" cy="923272"/>
            </a:xfrm>
          </p:grpSpPr>
          <p:sp>
            <p:nvSpPr>
              <p:cNvPr id="157" name="Rectangle: Rounded Corners 156">
                <a:extLst>
                  <a:ext uri="{FF2B5EF4-FFF2-40B4-BE49-F238E27FC236}">
                    <a16:creationId xmlns:a16="http://schemas.microsoft.com/office/drawing/2014/main" id="{528EBC03-1854-3E22-EDF7-C6702650CE13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466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9EE93C6C-9A09-52B2-8968-AB606F0E55D6}"/>
                  </a:ext>
                </a:extLst>
              </p:cNvPr>
              <p:cNvSpPr/>
              <p:nvPr/>
            </p:nvSpPr>
            <p:spPr>
              <a:xfrm>
                <a:off x="1590040" y="5603165"/>
                <a:ext cx="2374765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: Rounded Corners 158">
                <a:extLst>
                  <a:ext uri="{FF2B5EF4-FFF2-40B4-BE49-F238E27FC236}">
                    <a16:creationId xmlns:a16="http://schemas.microsoft.com/office/drawing/2014/main" id="{14EF32EA-D114-017F-DBFE-F63D79959F99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87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086D922-3E57-7D55-1D13-0524DE570C58}"/>
                </a:ext>
              </a:extLst>
            </p:cNvPr>
            <p:cNvSpPr txBox="1"/>
            <p:nvPr/>
          </p:nvSpPr>
          <p:spPr>
            <a:xfrm>
              <a:off x="1342370" y="2928594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2F4E4E72-ECFE-B991-CB49-4F95696D47F8}"/>
                </a:ext>
              </a:extLst>
            </p:cNvPr>
            <p:cNvSpPr txBox="1"/>
            <p:nvPr/>
          </p:nvSpPr>
          <p:spPr>
            <a:xfrm>
              <a:off x="1342370" y="2629568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85EFAFED-45ED-1FDD-79F8-2BED0AC5076B}"/>
                </a:ext>
              </a:extLst>
            </p:cNvPr>
            <p:cNvSpPr txBox="1"/>
            <p:nvPr/>
          </p:nvSpPr>
          <p:spPr>
            <a:xfrm>
              <a:off x="1342370" y="2330542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6A8650A-9B1A-7398-6972-598AB9FAD8E5}"/>
              </a:ext>
            </a:extLst>
          </p:cNvPr>
          <p:cNvGrpSpPr/>
          <p:nvPr/>
        </p:nvGrpSpPr>
        <p:grpSpPr>
          <a:xfrm>
            <a:off x="8216865" y="440618"/>
            <a:ext cx="2239249" cy="1557651"/>
            <a:chOff x="4580556" y="3243709"/>
            <a:chExt cx="2239249" cy="1557651"/>
          </a:xfrm>
        </p:grpSpPr>
        <p:sp>
          <p:nvSpPr>
            <p:cNvPr id="184" name="Rectangle: Top Corners Rounded 183">
              <a:extLst>
                <a:ext uri="{FF2B5EF4-FFF2-40B4-BE49-F238E27FC236}">
                  <a16:creationId xmlns:a16="http://schemas.microsoft.com/office/drawing/2014/main" id="{229EA9B1-6BFD-E3FF-F3FF-C5C9B53DF06F}"/>
                </a:ext>
              </a:extLst>
            </p:cNvPr>
            <p:cNvSpPr/>
            <p:nvPr/>
          </p:nvSpPr>
          <p:spPr>
            <a:xfrm rot="10800000">
              <a:off x="4580557" y="4166644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: Top Corners Rounded 184">
              <a:extLst>
                <a:ext uri="{FF2B5EF4-FFF2-40B4-BE49-F238E27FC236}">
                  <a16:creationId xmlns:a16="http://schemas.microsoft.com/office/drawing/2014/main" id="{73FB63BF-5717-D110-52A5-F3B146F5CB6B}"/>
                </a:ext>
              </a:extLst>
            </p:cNvPr>
            <p:cNvSpPr/>
            <p:nvPr/>
          </p:nvSpPr>
          <p:spPr>
            <a:xfrm>
              <a:off x="4580556" y="3243709"/>
              <a:ext cx="2239248" cy="923272"/>
            </a:xfrm>
            <a:prstGeom prst="round2SameRect">
              <a:avLst>
                <a:gd name="adj1" fmla="val 13584"/>
                <a:gd name="adj2" fmla="val 0"/>
              </a:avLst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BFE8DF71-9149-613C-4600-80E2A3014CBA}"/>
                </a:ext>
              </a:extLst>
            </p:cNvPr>
            <p:cNvSpPr/>
            <p:nvPr/>
          </p:nvSpPr>
          <p:spPr>
            <a:xfrm>
              <a:off x="4580556" y="3544031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1AEFF849-F882-E815-BA68-80B76190EC0D}"/>
                </a:ext>
              </a:extLst>
            </p:cNvPr>
            <p:cNvSpPr/>
            <p:nvPr/>
          </p:nvSpPr>
          <p:spPr>
            <a:xfrm>
              <a:off x="4580556" y="3244668"/>
              <a:ext cx="2239249" cy="1246101"/>
            </a:xfrm>
            <a:prstGeom prst="roundRect">
              <a:avLst>
                <a:gd name="adj" fmla="val 7433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33579F1E-6CB2-0193-BAA2-1247E7FCBDEF}"/>
                </a:ext>
              </a:extLst>
            </p:cNvPr>
            <p:cNvSpPr txBox="1"/>
            <p:nvPr/>
          </p:nvSpPr>
          <p:spPr>
            <a:xfrm>
              <a:off x="4651773" y="38538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FC220C3-24C2-039B-DB95-799285B4D7EF}"/>
                </a:ext>
              </a:extLst>
            </p:cNvPr>
            <p:cNvSpPr txBox="1"/>
            <p:nvPr/>
          </p:nvSpPr>
          <p:spPr>
            <a:xfrm>
              <a:off x="4651773" y="355479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66E1370B-F4E9-A649-A767-EE11BD3748F2}"/>
                </a:ext>
              </a:extLst>
            </p:cNvPr>
            <p:cNvSpPr txBox="1"/>
            <p:nvPr/>
          </p:nvSpPr>
          <p:spPr>
            <a:xfrm>
              <a:off x="4651771" y="3255773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srsRAN_Project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B9116D2E-B36D-257B-A7FE-ED45BAEF10A0}"/>
                </a:ext>
              </a:extLst>
            </p:cNvPr>
            <p:cNvSpPr txBox="1"/>
            <p:nvPr/>
          </p:nvSpPr>
          <p:spPr>
            <a:xfrm>
              <a:off x="4651773" y="417361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E6E33893-429F-F317-B564-C4D037064D7E}"/>
                </a:ext>
              </a:extLst>
            </p:cNvPr>
            <p:cNvSpPr txBox="1"/>
            <p:nvPr/>
          </p:nvSpPr>
          <p:spPr>
            <a:xfrm>
              <a:off x="4580556" y="449358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53784BD-0F53-3A78-9BF8-4EDBA6EF7876}"/>
              </a:ext>
            </a:extLst>
          </p:cNvPr>
          <p:cNvGrpSpPr/>
          <p:nvPr/>
        </p:nvGrpSpPr>
        <p:grpSpPr>
          <a:xfrm>
            <a:off x="8946149" y="2752413"/>
            <a:ext cx="2263961" cy="1844033"/>
            <a:chOff x="3916949" y="3691197"/>
            <a:chExt cx="2263961" cy="1844033"/>
          </a:xfrm>
        </p:grpSpPr>
        <p:sp>
          <p:nvSpPr>
            <p:cNvPr id="210" name="Rectangle: Rounded Corners 209">
              <a:extLst>
                <a:ext uri="{FF2B5EF4-FFF2-40B4-BE49-F238E27FC236}">
                  <a16:creationId xmlns:a16="http://schemas.microsoft.com/office/drawing/2014/main" id="{70ADBDF1-D32C-AE54-601E-E1D8D6CDE9CC}"/>
                </a:ext>
              </a:extLst>
            </p:cNvPr>
            <p:cNvSpPr/>
            <p:nvPr/>
          </p:nvSpPr>
          <p:spPr>
            <a:xfrm>
              <a:off x="3916949" y="3692460"/>
              <a:ext cx="2239249" cy="1531642"/>
            </a:xfrm>
            <a:prstGeom prst="roundRect">
              <a:avLst>
                <a:gd name="adj" fmla="val 5859"/>
              </a:avLst>
            </a:prstGeom>
            <a:solidFill>
              <a:schemeClr val="bg1">
                <a:lumMod val="8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5" name="Rectangle: Top Corners Rounded 194">
              <a:extLst>
                <a:ext uri="{FF2B5EF4-FFF2-40B4-BE49-F238E27FC236}">
                  <a16:creationId xmlns:a16="http://schemas.microsoft.com/office/drawing/2014/main" id="{49EE529D-3822-3C34-2FCF-96301FCBDE2B}"/>
                </a:ext>
              </a:extLst>
            </p:cNvPr>
            <p:cNvSpPr/>
            <p:nvPr/>
          </p:nvSpPr>
          <p:spPr>
            <a:xfrm rot="10800000">
              <a:off x="3916952" y="4613172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9D8422CA-4FF5-7187-2D0D-ADC45EB74032}"/>
                </a:ext>
              </a:extLst>
            </p:cNvPr>
            <p:cNvSpPr/>
            <p:nvPr/>
          </p:nvSpPr>
          <p:spPr>
            <a:xfrm>
              <a:off x="3916951" y="3990559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9F8EDD21-A0C6-EE8F-DB27-D2CD5236A366}"/>
                </a:ext>
              </a:extLst>
            </p:cNvPr>
            <p:cNvSpPr txBox="1"/>
            <p:nvPr/>
          </p:nvSpPr>
          <p:spPr>
            <a:xfrm>
              <a:off x="3988167" y="43136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4E12DF1-F6ED-9A1D-33B3-ACB6D007555A}"/>
                </a:ext>
              </a:extLst>
            </p:cNvPr>
            <p:cNvSpPr txBox="1"/>
            <p:nvPr/>
          </p:nvSpPr>
          <p:spPr>
            <a:xfrm>
              <a:off x="3988167" y="4007963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0E36D728-D080-9470-0E71-4C5261DE33FD}"/>
                </a:ext>
              </a:extLst>
            </p:cNvPr>
            <p:cNvSpPr txBox="1"/>
            <p:nvPr/>
          </p:nvSpPr>
          <p:spPr>
            <a:xfrm>
              <a:off x="3988166" y="3702301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16FB98B6-AA11-EA1B-485F-18B0C2E0C573}"/>
                </a:ext>
              </a:extLst>
            </p:cNvPr>
            <p:cNvSpPr txBox="1"/>
            <p:nvPr/>
          </p:nvSpPr>
          <p:spPr>
            <a:xfrm>
              <a:off x="3988167" y="492494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BC8A388-630D-2F0A-E362-E58FB4DE4B4B}"/>
                </a:ext>
              </a:extLst>
            </p:cNvPr>
            <p:cNvSpPr txBox="1"/>
            <p:nvPr/>
          </p:nvSpPr>
          <p:spPr>
            <a:xfrm>
              <a:off x="3941661" y="522745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User Equipment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212011C4-EBF3-EB29-D80C-BEAECBCA7B62}"/>
                </a:ext>
              </a:extLst>
            </p:cNvPr>
            <p:cNvSpPr/>
            <p:nvPr/>
          </p:nvSpPr>
          <p:spPr>
            <a:xfrm>
              <a:off x="3916950" y="4615547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4E8EFF1-03BE-6A27-CF24-939A0A21B022}"/>
                </a:ext>
              </a:extLst>
            </p:cNvPr>
            <p:cNvSpPr txBox="1"/>
            <p:nvPr/>
          </p:nvSpPr>
          <p:spPr>
            <a:xfrm>
              <a:off x="3988167" y="461928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8" name="Rectangle: Rounded Corners 197">
              <a:extLst>
                <a:ext uri="{FF2B5EF4-FFF2-40B4-BE49-F238E27FC236}">
                  <a16:creationId xmlns:a16="http://schemas.microsoft.com/office/drawing/2014/main" id="{4F21D880-AC22-436C-BBFD-41B6AC956B7F}"/>
                </a:ext>
              </a:extLst>
            </p:cNvPr>
            <p:cNvSpPr/>
            <p:nvPr/>
          </p:nvSpPr>
          <p:spPr>
            <a:xfrm>
              <a:off x="3916951" y="3691197"/>
              <a:ext cx="2239249" cy="1534218"/>
            </a:xfrm>
            <a:prstGeom prst="roundRect">
              <a:avLst>
                <a:gd name="adj" fmla="val 5819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9EF465-001C-7783-5F6C-57A25CF61BB4}"/>
              </a:ext>
            </a:extLst>
          </p:cNvPr>
          <p:cNvGrpSpPr/>
          <p:nvPr/>
        </p:nvGrpSpPr>
        <p:grpSpPr>
          <a:xfrm>
            <a:off x="2854729" y="476549"/>
            <a:ext cx="2283381" cy="618690"/>
            <a:chOff x="4021891" y="2194877"/>
            <a:chExt cx="2283381" cy="61869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17C7CA-3D88-352F-013F-B179FDCA2E4C}"/>
                </a:ext>
              </a:extLst>
            </p:cNvPr>
            <p:cNvGrpSpPr/>
            <p:nvPr/>
          </p:nvGrpSpPr>
          <p:grpSpPr>
            <a:xfrm>
              <a:off x="4021891" y="2194877"/>
              <a:ext cx="2239249" cy="618690"/>
              <a:chOff x="4021891" y="2194877"/>
              <a:chExt cx="2239249" cy="6186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C8F751A2-1FD4-CEF2-3A17-68FE14A70D80}"/>
                  </a:ext>
                </a:extLst>
              </p:cNvPr>
              <p:cNvSpPr/>
              <p:nvPr/>
            </p:nvSpPr>
            <p:spPr>
              <a:xfrm>
                <a:off x="4021891" y="2194877"/>
                <a:ext cx="2239249" cy="618689"/>
              </a:xfrm>
              <a:prstGeom prst="roundRect">
                <a:avLst>
                  <a:gd name="adj" fmla="val 12974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" name="Rectangle: Top Corners Rounded 18">
                <a:extLst>
                  <a:ext uri="{FF2B5EF4-FFF2-40B4-BE49-F238E27FC236}">
                    <a16:creationId xmlns:a16="http://schemas.microsoft.com/office/drawing/2014/main" id="{6B20333F-70B2-82D0-0236-16367BE204FC}"/>
                  </a:ext>
                </a:extLst>
              </p:cNvPr>
              <p:cNvSpPr/>
              <p:nvPr/>
            </p:nvSpPr>
            <p:spPr>
              <a:xfrm flipV="1">
                <a:off x="4022672" y="2504431"/>
                <a:ext cx="2238468" cy="307778"/>
              </a:xfrm>
              <a:prstGeom prst="round2SameRect">
                <a:avLst>
                  <a:gd name="adj1" fmla="val 28674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4935954C-C150-F87D-E950-5626530C6397}"/>
                  </a:ext>
                </a:extLst>
              </p:cNvPr>
              <p:cNvSpPr/>
              <p:nvPr/>
            </p:nvSpPr>
            <p:spPr>
              <a:xfrm>
                <a:off x="4021891" y="2194878"/>
                <a:ext cx="2239249" cy="618689"/>
              </a:xfrm>
              <a:prstGeom prst="roundRect">
                <a:avLst>
                  <a:gd name="adj" fmla="val 1297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B8321BA-AFD2-0D5A-A1EF-8F267B242282}"/>
                </a:ext>
              </a:extLst>
            </p:cNvPr>
            <p:cNvSpPr txBox="1"/>
            <p:nvPr/>
          </p:nvSpPr>
          <p:spPr>
            <a:xfrm>
              <a:off x="4335869" y="2202843"/>
              <a:ext cx="1969403" cy="20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Software-Defined Radio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38E587D-7FC7-DCA8-A87C-348E0BC50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34842" y="2215325"/>
              <a:ext cx="289426" cy="28942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9E10690-E616-98D7-E1BE-87ABD688169C}"/>
                </a:ext>
              </a:extLst>
            </p:cNvPr>
            <p:cNvSpPr txBox="1"/>
            <p:nvPr/>
          </p:nvSpPr>
          <p:spPr>
            <a:xfrm>
              <a:off x="4335869" y="2505790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 / </a:t>
              </a:r>
              <a:r>
                <a:rPr lang="en-US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623624F3-1900-AB14-665C-2ED82DEB8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167277" y="2528018"/>
              <a:ext cx="256990" cy="25699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A6B4BEF-4393-C342-1C07-D6E23E30CC41}"/>
              </a:ext>
            </a:extLst>
          </p:cNvPr>
          <p:cNvSpPr txBox="1"/>
          <p:nvPr/>
        </p:nvSpPr>
        <p:spPr>
          <a:xfrm>
            <a:off x="2049861" y="4285318"/>
            <a:ext cx="4092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[ Template objects for future diagrams ]</a:t>
            </a:r>
          </a:p>
        </p:txBody>
      </p:sp>
    </p:spTree>
    <p:extLst>
      <p:ext uri="{BB962C8B-B14F-4D97-AF65-F5344CB8AC3E}">
        <p14:creationId xmlns:p14="http://schemas.microsoft.com/office/powerpoint/2010/main" val="3201538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590</TotalTime>
  <Words>754</Words>
  <Application>Microsoft Office PowerPoint</Application>
  <PresentationFormat>Widescreen</PresentationFormat>
  <Paragraphs>247</Paragraphs>
  <Slides>9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Wuthier, Simeon J. (Assoc)</dc:creator>
  <cp:lastModifiedBy>Wuthier, Simeon J. (Assoc)</cp:lastModifiedBy>
  <cp:revision>94</cp:revision>
  <dcterms:created xsi:type="dcterms:W3CDTF">2025-03-21T23:15:08Z</dcterms:created>
  <dcterms:modified xsi:type="dcterms:W3CDTF">2025-08-15T18:05:56Z</dcterms:modified>
</cp:coreProperties>
</file>