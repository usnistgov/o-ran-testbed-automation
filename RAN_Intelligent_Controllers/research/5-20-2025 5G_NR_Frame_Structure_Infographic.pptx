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CCCC"/>
    <a:srgbClr val="D9F2D0"/>
    <a:srgbClr val="CAEEFB"/>
    <a:srgbClr val="43E5A3"/>
    <a:srgbClr val="000000"/>
    <a:srgbClr val="0A0A0A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7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6AB5-04FF-7723-3E6A-41118C064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A3CAB-213F-C419-BA63-824E52B87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87140-24CF-A992-E5F4-35748462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1CFB9-BA1A-A13D-900C-F133CFD7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8E0A-DC0B-8C9A-87B1-705A7874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66F1-B3F5-80B3-1140-C596739A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D0B1E-DCA3-837A-18BC-F51B7BF50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88075-5040-4C48-BBA0-29B2406D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050BC-6280-29E1-7852-CE2B6A6F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3368-32FE-D38C-BC2E-D5FE98C3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1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010D-1655-48EE-06AE-066FB2B7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1779-E1BA-8C9E-F00F-61A34542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F83-8BDB-8B29-2A18-D04E7F1F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BA2F-346E-8C91-7CCA-19F1F5A4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633E4-12DF-BFF6-3D40-AB5AD988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32CF-6899-DD17-82F2-E73F7946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56858-7AF0-4441-051F-B3D4579BD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0C7DF-EA20-0D95-F4FD-13EAC0B64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5FB77-4E32-9557-AC02-24D4ABC8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D3079-2B39-AC75-EAE8-BEAD65B4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92CF4-B7FF-1A86-8672-579E9C8A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8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5992-27C0-FDC5-0D56-60632F37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E0020-984B-B93A-096A-57200035C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FEB71-9B09-BB20-98F3-0B0F1E43E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346C1-35C2-5345-2341-EA9EBE862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05BDB-6764-1788-3C0C-659876676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C9FEE-3631-A4C8-485C-E07B0AD1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963408-68F9-7A6C-C5A8-F949FF85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7399E-0D05-7C38-9E73-4C4EE0D5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3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B033-5BF5-CF27-8E6E-F672F68D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62669-2ADD-2820-7F31-1B32B236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BF607-D69D-22B3-08EF-7286F131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F5508-CA00-588F-829C-CD6758BB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1476C9-2364-E874-EE85-69342077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54482-2C70-212E-ADE9-1ACE2C99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31B32-F16F-41D2-189A-511AF481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5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B126-134C-9959-05D5-270F5BA0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75AD-38E6-8646-4328-C37A4571A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47CCE-EBAB-F09A-AD10-4237A4667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E5B04-1D7E-A91E-6556-F48005F9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079B-BFC2-7AEA-BE28-67E9F8D3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C6FDA-F3C3-14EC-6DD1-04AC8C29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8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7F74-E2A6-4559-D2CA-61E24201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DB16B-EF61-B535-B372-99284376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8024-61CF-531F-375D-65F74588D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FB96D-DB15-EF93-5779-DE1FDDA2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1D15F-84E2-3E3F-3EC6-4AD13C81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A0E70-5719-8F49-0A95-AA0866CB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3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D0A4-529C-C0B0-19D5-301BDC3C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7F511-D0C9-E563-0B18-9C1F9AF85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83792-6378-8C00-A4D3-3A3553AA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B8C75-1A0C-2710-ADA8-E6CBC3BA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B591-35CD-EAA8-9079-3A6C3A4B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4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EED98-F5E5-FFC0-95B7-BD95AEE3FC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04F49-2D9F-BE7B-2896-8A400AA62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FF15A-691C-9066-69C8-30047AE7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E7DB8-9BFB-355C-0003-504B0BBF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054EF-6F8E-B6EC-F1B3-05E24D1E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8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6AD65-7113-DB8C-2C0E-FED8869D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1E5AB-BB04-8C37-E38C-3BE358A40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0301F-796E-CFAC-3290-4C6FEE47D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A5D21-8C87-432B-BD8E-5A9BE219CB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B88E-8F58-F54F-9B7D-25B3C0B87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38554-2D2F-6693-A311-182B81886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CAFCF-CF91-462B-9DC0-CF58F7E0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0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88FB9B59-6F68-2410-86FC-8C39018F33D9}"/>
              </a:ext>
            </a:extLst>
          </p:cNvPr>
          <p:cNvGrpSpPr/>
          <p:nvPr/>
        </p:nvGrpSpPr>
        <p:grpSpPr>
          <a:xfrm>
            <a:off x="3775532" y="826532"/>
            <a:ext cx="6942649" cy="3761227"/>
            <a:chOff x="4769026" y="1067062"/>
            <a:chExt cx="6942649" cy="3761227"/>
          </a:xfrm>
        </p:grpSpPr>
        <p:grpSp>
          <p:nvGrpSpPr>
            <p:cNvPr id="1047" name="Group 1046">
              <a:extLst>
                <a:ext uri="{FF2B5EF4-FFF2-40B4-BE49-F238E27FC236}">
                  <a16:creationId xmlns:a16="http://schemas.microsoft.com/office/drawing/2014/main" id="{3C5861CC-ADAA-6AF5-3E8D-DFDBAC92CFF2}"/>
                </a:ext>
              </a:extLst>
            </p:cNvPr>
            <p:cNvGrpSpPr/>
            <p:nvPr/>
          </p:nvGrpSpPr>
          <p:grpSpPr>
            <a:xfrm>
              <a:off x="4769026" y="1222831"/>
              <a:ext cx="6942649" cy="3227385"/>
              <a:chOff x="3338840" y="667355"/>
              <a:chExt cx="6942649" cy="3227385"/>
            </a:xfrm>
          </p:grpSpPr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C7E55975-B04B-C66C-92F6-294EDE974E2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867542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id="{597E47AC-AE6A-A170-B909-475BA7A89FB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60697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DF452885-1BFC-EEA4-EC2C-B69C3B620A5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2481232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C0CE86B-C2DE-20DB-38A7-CCAF57A63EF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997125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D5D71061-16D8-9AC2-2DB1-78B2307A73A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513018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D0341ED3-52E7-0B22-B88F-523934FC6D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028911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061D197E-22C2-D31D-E5C7-97C78CFC16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706173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5C682E95-2844-5D14-D0E7-9E5629D8DC0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544804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A46A4479-2D96-EEAA-9355-8E611856D2A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383435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D2F0FF72-824C-A318-BFDA-7B83B162CB0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222066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635D74EC-BB08-CC53-6DD4-7AAF2BAB41E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100672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3044FDA8-2B40-0E56-727E-391C13830AB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423415"/>
                <a:ext cx="0" cy="694264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65E53694-663B-56E5-3118-AD344FA05B1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2642601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AF989225-1C52-14B5-307B-0977265CB98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2319863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1E7A9D41-61E3-D5F2-8ED6-B2D3869079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2158494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F42B2CD0-393A-C5F2-F6C8-34381D7E467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835756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7" name="Straight Connector 1056">
                <a:extLst>
                  <a:ext uri="{FF2B5EF4-FFF2-40B4-BE49-F238E27FC236}">
                    <a16:creationId xmlns:a16="http://schemas.microsoft.com/office/drawing/2014/main" id="{800D79A2-0F89-7802-0C56-3102BD124BB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674387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7C3946AB-6358-72BA-3E77-F833A4A488E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351649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Straight Connector 1060">
                <a:extLst>
                  <a:ext uri="{FF2B5EF4-FFF2-40B4-BE49-F238E27FC236}">
                    <a16:creationId xmlns:a16="http://schemas.microsoft.com/office/drawing/2014/main" id="{E655DF97-13C7-9A93-C1AC-1D47250BB5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262041"/>
                <a:ext cx="0" cy="694264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9EA689E4-EEA4-AD7B-A6A7-FA8F8E57313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2803970"/>
                <a:ext cx="0" cy="694264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3FD5D8DF-E93B-FA0C-38EB-DCCA6496E42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10165" y="-1190280"/>
                <a:ext cx="0" cy="69426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3CDB02E6-BF9A-68EA-1D55-2580A8DF25DE}"/>
                </a:ext>
              </a:extLst>
            </p:cNvPr>
            <p:cNvGrpSpPr/>
            <p:nvPr/>
          </p:nvGrpSpPr>
          <p:grpSpPr>
            <a:xfrm>
              <a:off x="5115790" y="1067062"/>
              <a:ext cx="6354526" cy="3761227"/>
              <a:chOff x="3143041" y="5901420"/>
              <a:chExt cx="6354525" cy="368907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B868FE8-C376-35B0-DD7E-B12EE18A5C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3041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5EC1B69B-538A-2CED-D472-25E9079CB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7566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E686C7D9-70E1-53B8-7337-D78C954CC9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71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30CF3BE8-41D8-AAFF-3FC6-A3BDB50977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0301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71F31296-D680-EDA4-4500-0AB78136A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3479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66C673A6-77B2-9B45-A6F8-D35923CB1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1205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80F1913F-2CB6-04E2-C92B-6F524973CE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8931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8EFE8291-3620-1CB6-F502-8B13E27CB8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26657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562C8B00-210F-10DB-99BC-30B8D065B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4383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C7657D8-9478-16F2-F0E3-362637613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2109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CFCE2C50-698C-264A-EBC3-4FE5066315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9835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743373C6-9BA4-99F5-3688-43F26DECBD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0767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D7C6C873-0549-6952-F1CB-DA78D880E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8493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ED4509DB-5C1E-49A4-2D5E-D8518B732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6219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8FF9DCA5-8E19-3A47-DD97-74057E0D9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3945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2B6B83CE-2545-6C72-1A23-CBD61A124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49397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A8F6B3A2-CF6C-58C2-B73B-524653E8BE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7123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74E6C06B-42A0-B0D4-6009-4EAC306E35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4849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BB7820B7-A129-D9ED-E8C7-8E81C6851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2575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8FB40D87-2A58-5373-3CE2-10AFC61622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027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72666B3B-20A8-A21F-EA1E-435995B90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5753" y="5901420"/>
                <a:ext cx="0" cy="368907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166047B-2EF5-F0D4-3A1D-839637E37C82}"/>
              </a:ext>
            </a:extLst>
          </p:cNvPr>
          <p:cNvGrpSpPr/>
          <p:nvPr/>
        </p:nvGrpSpPr>
        <p:grpSpPr>
          <a:xfrm rot="5400000">
            <a:off x="1081932" y="2170373"/>
            <a:ext cx="3227385" cy="851244"/>
            <a:chOff x="2583397" y="3533868"/>
            <a:chExt cx="3227385" cy="851244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998AEBF-435C-2ED2-87BF-0B96758B8CF8}"/>
                </a:ext>
              </a:extLst>
            </p:cNvPr>
            <p:cNvSpPr/>
            <p:nvPr/>
          </p:nvSpPr>
          <p:spPr>
            <a:xfrm>
              <a:off x="2583397" y="3533868"/>
              <a:ext cx="165134" cy="333911"/>
            </a:xfrm>
            <a:prstGeom prst="rect">
              <a:avLst/>
            </a:prstGeom>
            <a:solidFill>
              <a:srgbClr val="CAEE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Right Triangle 126">
              <a:extLst>
                <a:ext uri="{FF2B5EF4-FFF2-40B4-BE49-F238E27FC236}">
                  <a16:creationId xmlns:a16="http://schemas.microsoft.com/office/drawing/2014/main" id="{89B07964-F7C8-9AD7-A4A7-DAE12E7557D0}"/>
                </a:ext>
              </a:extLst>
            </p:cNvPr>
            <p:cNvSpPr/>
            <p:nvPr/>
          </p:nvSpPr>
          <p:spPr>
            <a:xfrm>
              <a:off x="2583397" y="3839740"/>
              <a:ext cx="3227385" cy="545372"/>
            </a:xfrm>
            <a:prstGeom prst="rtTriangle">
              <a:avLst/>
            </a:prstGeom>
            <a:gradFill>
              <a:gsLst>
                <a:gs pos="0">
                  <a:srgbClr val="CAEEFB"/>
                </a:gs>
                <a:gs pos="100000">
                  <a:srgbClr val="D9F2D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3" name="Group 1192">
            <a:extLst>
              <a:ext uri="{FF2B5EF4-FFF2-40B4-BE49-F238E27FC236}">
                <a16:creationId xmlns:a16="http://schemas.microsoft.com/office/drawing/2014/main" id="{B4E596A4-6C39-C16D-8BE1-F2A3D46EF088}"/>
              </a:ext>
            </a:extLst>
          </p:cNvPr>
          <p:cNvGrpSpPr/>
          <p:nvPr/>
        </p:nvGrpSpPr>
        <p:grpSpPr>
          <a:xfrm>
            <a:off x="1510562" y="982301"/>
            <a:ext cx="759439" cy="1642292"/>
            <a:chOff x="2504056" y="1222831"/>
            <a:chExt cx="759439" cy="1642292"/>
          </a:xfrm>
        </p:grpSpPr>
        <p:sp>
          <p:nvSpPr>
            <p:cNvPr id="1045" name="Right Triangle 1044">
              <a:extLst>
                <a:ext uri="{FF2B5EF4-FFF2-40B4-BE49-F238E27FC236}">
                  <a16:creationId xmlns:a16="http://schemas.microsoft.com/office/drawing/2014/main" id="{56FCBD69-6AB9-F85C-6221-32919C5C1F57}"/>
                </a:ext>
              </a:extLst>
            </p:cNvPr>
            <p:cNvSpPr/>
            <p:nvPr/>
          </p:nvSpPr>
          <p:spPr>
            <a:xfrm rot="5400000">
              <a:off x="1940912" y="1785975"/>
              <a:ext cx="1642292" cy="516003"/>
            </a:xfrm>
            <a:prstGeom prst="rtTriangle">
              <a:avLst/>
            </a:prstGeom>
            <a:solidFill>
              <a:srgbClr val="D9F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C1349B0-A8BA-4651-757D-99EE4639BD96}"/>
                </a:ext>
              </a:extLst>
            </p:cNvPr>
            <p:cNvSpPr/>
            <p:nvPr/>
          </p:nvSpPr>
          <p:spPr>
            <a:xfrm rot="5400000">
              <a:off x="2964568" y="1192683"/>
              <a:ext cx="268004" cy="329851"/>
            </a:xfrm>
            <a:prstGeom prst="rect">
              <a:avLst/>
            </a:prstGeom>
            <a:solidFill>
              <a:srgbClr val="D9F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4764BB0-87BE-585A-545F-0EBB32593558}"/>
              </a:ext>
            </a:extLst>
          </p:cNvPr>
          <p:cNvGrpSpPr/>
          <p:nvPr/>
        </p:nvGrpSpPr>
        <p:grpSpPr>
          <a:xfrm>
            <a:off x="2087654" y="4577571"/>
            <a:ext cx="8389168" cy="1960286"/>
            <a:chOff x="2380108" y="4818101"/>
            <a:chExt cx="8389168" cy="1960286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EA0EC74D-8F16-6A03-AE4D-6723A6E07EB7}"/>
                </a:ext>
              </a:extLst>
            </p:cNvPr>
            <p:cNvGrpSpPr/>
            <p:nvPr/>
          </p:nvGrpSpPr>
          <p:grpSpPr>
            <a:xfrm>
              <a:off x="4407630" y="5832713"/>
              <a:ext cx="1785198" cy="576345"/>
              <a:chOff x="3143032" y="5832713"/>
              <a:chExt cx="1785198" cy="576345"/>
            </a:xfrm>
          </p:grpSpPr>
          <p:sp>
            <p:nvSpPr>
              <p:cNvPr id="139" name="Right Triangle 138">
                <a:extLst>
                  <a:ext uri="{FF2B5EF4-FFF2-40B4-BE49-F238E27FC236}">
                    <a16:creationId xmlns:a16="http://schemas.microsoft.com/office/drawing/2014/main" id="{BC7B9DD3-AF23-0BAC-531B-EF45A99609B1}"/>
                  </a:ext>
                </a:extLst>
              </p:cNvPr>
              <p:cNvSpPr/>
              <p:nvPr/>
            </p:nvSpPr>
            <p:spPr>
              <a:xfrm>
                <a:off x="3143032" y="6155730"/>
                <a:ext cx="1785198" cy="253328"/>
              </a:xfrm>
              <a:prstGeom prst="rtTriangle">
                <a:avLst/>
              </a:prstGeom>
              <a:gradFill>
                <a:gsLst>
                  <a:gs pos="0">
                    <a:srgbClr val="FBE3D6"/>
                  </a:gs>
                  <a:gs pos="100000">
                    <a:srgbClr val="FFCCCC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D6855D9C-F7EA-A868-6C0B-A72709CE68A4}"/>
                  </a:ext>
                </a:extLst>
              </p:cNvPr>
              <p:cNvSpPr/>
              <p:nvPr/>
            </p:nvSpPr>
            <p:spPr>
              <a:xfrm>
                <a:off x="3143036" y="5832713"/>
                <a:ext cx="317725" cy="369005"/>
              </a:xfrm>
              <a:prstGeom prst="rect">
                <a:avLst/>
              </a:prstGeom>
              <a:solidFill>
                <a:srgbClr val="FBE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9769789-EF20-B575-5EFE-D96EAC834B31}"/>
                </a:ext>
              </a:extLst>
            </p:cNvPr>
            <p:cNvGrpSpPr/>
            <p:nvPr/>
          </p:nvGrpSpPr>
          <p:grpSpPr>
            <a:xfrm>
              <a:off x="4414751" y="4820328"/>
              <a:ext cx="6354525" cy="438317"/>
              <a:chOff x="3150153" y="4820328"/>
              <a:chExt cx="6354525" cy="43831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77792D5-6A04-4584-6C42-EE7139DF1459}"/>
                  </a:ext>
                </a:extLst>
              </p:cNvPr>
              <p:cNvGrpSpPr/>
              <p:nvPr/>
            </p:nvGrpSpPr>
            <p:grpSpPr>
              <a:xfrm>
                <a:off x="3150153" y="4820328"/>
                <a:ext cx="6354525" cy="369329"/>
                <a:chOff x="3545840" y="5033368"/>
                <a:chExt cx="518160" cy="27978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1BA8862-A01E-D1C8-3417-EEBC27062221}"/>
                    </a:ext>
                  </a:extLst>
                </p:cNvPr>
                <p:cNvSpPr/>
                <p:nvPr/>
              </p:nvSpPr>
              <p:spPr>
                <a:xfrm>
                  <a:off x="3545840" y="5033368"/>
                  <a:ext cx="518160" cy="148226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00F012FC-E1B9-2620-AA80-00256B54A64E}"/>
                    </a:ext>
                  </a:extLst>
                </p:cNvPr>
                <p:cNvGrpSpPr/>
                <p:nvPr/>
              </p:nvGrpSpPr>
              <p:grpSpPr>
                <a:xfrm>
                  <a:off x="3545840" y="5033688"/>
                  <a:ext cx="518160" cy="279468"/>
                  <a:chOff x="2881549" y="5069286"/>
                  <a:chExt cx="152400" cy="243192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591FC50C-08B7-D9D4-9B40-E64DC5BB50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1549" y="5069286"/>
                    <a:ext cx="0" cy="24319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EF6FCD2E-2DFF-5A1F-6672-C020602451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33949" y="5069286"/>
                    <a:ext cx="0" cy="24319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A51E492-7291-5EA7-7996-46AAFA6B01EC}"/>
                      </a:ext>
                    </a:extLst>
                  </p:cNvPr>
                  <p:cNvSpPr txBox="1"/>
                  <p:nvPr/>
                </p:nvSpPr>
                <p:spPr>
                  <a:xfrm>
                    <a:off x="3150154" y="4950868"/>
                    <a:ext cx="6354524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frame = 10 subframes, 1 subframe = 1 </a:t>
                    </a:r>
                    <a:r>
                      <a:rPr lang="en-US" sz="14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ms</a:t>
                    </a:r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=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oMath>
                    </a14:m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slots, 1 slot = 14 symbols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A51E492-7291-5EA7-7996-46AAFA6B01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0154" y="4950868"/>
                    <a:ext cx="6354524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22217EB-986C-6904-229D-41671D3FD45A}"/>
                </a:ext>
              </a:extLst>
            </p:cNvPr>
            <p:cNvSpPr txBox="1"/>
            <p:nvPr/>
          </p:nvSpPr>
          <p:spPr>
            <a:xfrm>
              <a:off x="2758669" y="4818101"/>
              <a:ext cx="1656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frame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3E45441-7AC7-C1DC-7B34-E62C72B037AB}"/>
                </a:ext>
              </a:extLst>
            </p:cNvPr>
            <p:cNvSpPr txBox="1"/>
            <p:nvPr/>
          </p:nvSpPr>
          <p:spPr>
            <a:xfrm>
              <a:off x="2751558" y="5326613"/>
              <a:ext cx="1656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10 subframes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1C6D88D-58AB-4313-44F8-DB556EA8E160}"/>
                </a:ext>
              </a:extLst>
            </p:cNvPr>
            <p:cNvGrpSpPr/>
            <p:nvPr/>
          </p:nvGrpSpPr>
          <p:grpSpPr>
            <a:xfrm>
              <a:off x="4414751" y="5273885"/>
              <a:ext cx="6354525" cy="422060"/>
              <a:chOff x="3150153" y="5273885"/>
              <a:chExt cx="6354525" cy="42206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88C19C6-FDB8-BF99-476C-EEFCAA12665E}"/>
                  </a:ext>
                </a:extLst>
              </p:cNvPr>
              <p:cNvGrpSpPr/>
              <p:nvPr/>
            </p:nvGrpSpPr>
            <p:grpSpPr>
              <a:xfrm>
                <a:off x="3150153" y="5326616"/>
                <a:ext cx="6354525" cy="369329"/>
                <a:chOff x="3186348" y="5538513"/>
                <a:chExt cx="6354525" cy="369329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6B075F3-426B-55A1-D4B7-B628602863F4}"/>
                    </a:ext>
                  </a:extLst>
                </p:cNvPr>
                <p:cNvSpPr/>
                <p:nvPr/>
              </p:nvSpPr>
              <p:spPr>
                <a:xfrm>
                  <a:off x="3186348" y="5538513"/>
                  <a:ext cx="6354525" cy="19566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2BC35E9A-8591-8B13-49EA-4517C1D0FA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86348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525B359A-8305-4D91-7D13-162B092FF1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40873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F5EE7D54-37A6-5D07-28D3-993A99C2D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21801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7ABCE2E4-5E5D-3ED6-7CC7-036EA31680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7254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D068DEF2-D7E5-C0FB-59DA-EFBF0E4763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2707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0E26BEFD-E002-754F-9F5C-D5822776FF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28160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103B9F8-CAD6-46BB-E1D1-D5338BC3AA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63613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E8D81349-1A77-6082-11CE-6FB27A4CC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99066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FB957EC-05F4-B88C-78AA-2CDA6735F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34519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8C22A54-5BC7-5C7E-7CC4-103BFF59A2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69972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173D1C75-2249-6282-5DDC-E458122F29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05425" y="5538935"/>
                  <a:ext cx="0" cy="368907"/>
                </a:xfrm>
                <a:prstGeom prst="line">
                  <a:avLst/>
                </a:prstGeom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236706D-9EB3-CC00-3830-814A42E55CCB}"/>
                  </a:ext>
                </a:extLst>
              </p:cNvPr>
              <p:cNvGrpSpPr/>
              <p:nvPr/>
            </p:nvGrpSpPr>
            <p:grpSpPr>
              <a:xfrm>
                <a:off x="3150153" y="5273885"/>
                <a:ext cx="6354525" cy="307777"/>
                <a:chOff x="3150153" y="5273885"/>
                <a:chExt cx="6354525" cy="307777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8DE6E7C-199C-6B52-ADDF-41F9A7900630}"/>
                    </a:ext>
                  </a:extLst>
                </p:cNvPr>
                <p:cNvSpPr txBox="1"/>
                <p:nvPr/>
              </p:nvSpPr>
              <p:spPr>
                <a:xfrm>
                  <a:off x="3150153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FD94905-0780-630A-2C76-A663AC1F21F7}"/>
                    </a:ext>
                  </a:extLst>
                </p:cNvPr>
                <p:cNvSpPr txBox="1"/>
                <p:nvPr/>
              </p:nvSpPr>
              <p:spPr>
                <a:xfrm>
                  <a:off x="3785606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80A6281-F7DE-3710-94C8-43C8474C35AE}"/>
                    </a:ext>
                  </a:extLst>
                </p:cNvPr>
                <p:cNvSpPr txBox="1"/>
                <p:nvPr/>
              </p:nvSpPr>
              <p:spPr>
                <a:xfrm>
                  <a:off x="4421059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0FF2B5A-0465-EF8E-EED9-F52DF3562E8A}"/>
                    </a:ext>
                  </a:extLst>
                </p:cNvPr>
                <p:cNvSpPr txBox="1"/>
                <p:nvPr/>
              </p:nvSpPr>
              <p:spPr>
                <a:xfrm>
                  <a:off x="5056512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AC44134-2FD2-A7B8-CC70-5A4E56EBEA74}"/>
                    </a:ext>
                  </a:extLst>
                </p:cNvPr>
                <p:cNvSpPr txBox="1"/>
                <p:nvPr/>
              </p:nvSpPr>
              <p:spPr>
                <a:xfrm>
                  <a:off x="5691965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58FCCFE-6DD4-D1C3-9744-9A24C0F76288}"/>
                    </a:ext>
                  </a:extLst>
                </p:cNvPr>
                <p:cNvSpPr txBox="1"/>
                <p:nvPr/>
              </p:nvSpPr>
              <p:spPr>
                <a:xfrm>
                  <a:off x="6327418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9422649-4743-191A-C303-9AA5DE742EB6}"/>
                    </a:ext>
                  </a:extLst>
                </p:cNvPr>
                <p:cNvSpPr txBox="1"/>
                <p:nvPr/>
              </p:nvSpPr>
              <p:spPr>
                <a:xfrm>
                  <a:off x="6962871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BB658E2-5517-B98C-F001-B5709DC0754A}"/>
                    </a:ext>
                  </a:extLst>
                </p:cNvPr>
                <p:cNvSpPr txBox="1"/>
                <p:nvPr/>
              </p:nvSpPr>
              <p:spPr>
                <a:xfrm>
                  <a:off x="7598324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9974446-A66A-6E37-AB9D-C788952C1ECB}"/>
                    </a:ext>
                  </a:extLst>
                </p:cNvPr>
                <p:cNvSpPr txBox="1"/>
                <p:nvPr/>
              </p:nvSpPr>
              <p:spPr>
                <a:xfrm>
                  <a:off x="8233777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4CED741-68C0-D3D6-84B8-5CDF078FAFC9}"/>
                    </a:ext>
                  </a:extLst>
                </p:cNvPr>
                <p:cNvSpPr txBox="1"/>
                <p:nvPr/>
              </p:nvSpPr>
              <p:spPr>
                <a:xfrm>
                  <a:off x="8869230" y="5273885"/>
                  <a:ext cx="63544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</a:t>
                  </a:r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ms</a:t>
                  </a:r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24266BD-5699-1C3E-30C1-95A233DD4E3C}"/>
                </a:ext>
              </a:extLst>
            </p:cNvPr>
            <p:cNvGrpSpPr/>
            <p:nvPr/>
          </p:nvGrpSpPr>
          <p:grpSpPr>
            <a:xfrm>
              <a:off x="4407639" y="5832713"/>
              <a:ext cx="6354525" cy="369329"/>
              <a:chOff x="3143041" y="5900998"/>
              <a:chExt cx="6354525" cy="36932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1C5064C-970A-D180-AB55-1B93B0237E0E}"/>
                  </a:ext>
                </a:extLst>
              </p:cNvPr>
              <p:cNvSpPr/>
              <p:nvPr/>
            </p:nvSpPr>
            <p:spPr>
              <a:xfrm>
                <a:off x="3143041" y="5900998"/>
                <a:ext cx="6354525" cy="19566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ED4BFD2-D126-FE23-D0E7-0AAEAC1EEE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3041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4859AB0-E622-CCCC-E2C7-3776428350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7566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1487B1E0-0B0C-59CD-6E41-ECE79156CC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1671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FBBB5033-9FC0-41CF-61DC-C65563462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0301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C3BB58E-0E93-2115-4C7C-50B902983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3479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DEDCCC5-520E-0597-D02A-0406FDA009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1205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FC9B082-C848-5CF2-E5E2-237B021855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8931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6F12E4C-0D47-53C3-5232-AD40C1A40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26657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B37DC46B-C12A-322D-4FEA-3CB38DD6B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4383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57BCB48-3472-3DBB-C055-66BDF869AD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2109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02B1E49-D05F-D5D6-CA73-0BD411223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9835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3411541F-DB3D-5F60-78FA-4CB0A60C7C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0767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8A4DEFEC-1992-6BE6-B99D-04CC0F641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8493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7DE3AA0-0971-CDA0-50BA-DB4AC39D1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6219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6A6F05F-711A-A17A-F47A-BCD3F9FE0D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3945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3DA1688-B892-27E8-C92E-78E36B0FF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49397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EBC432C8-169C-6E61-DAEC-9E28B5F570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7123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CAC46F3-5A0F-B12B-BDF3-836542491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4849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EBFF8997-B820-5AAC-0A98-4D3C8B9FB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2575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DD710535-A82F-1096-1CBA-5925EDED60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027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6AA8D1D-3DE9-806B-51EF-DC17BFDB3B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5753" y="5901420"/>
                <a:ext cx="0" cy="368907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6939841-2202-4D16-F212-783B82F0BB19}"/>
                </a:ext>
              </a:extLst>
            </p:cNvPr>
            <p:cNvSpPr txBox="1"/>
            <p:nvPr/>
          </p:nvSpPr>
          <p:spPr>
            <a:xfrm>
              <a:off x="2751558" y="5833767"/>
              <a:ext cx="1656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20 slots (</a:t>
              </a:r>
              <a:r>
                <a: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μ =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E11A6E4A-E879-E0AE-7BBA-B195B8048A23}"/>
                </a:ext>
              </a:extLst>
            </p:cNvPr>
            <p:cNvGrpSpPr/>
            <p:nvPr/>
          </p:nvGrpSpPr>
          <p:grpSpPr>
            <a:xfrm>
              <a:off x="4407639" y="6409058"/>
              <a:ext cx="1785198" cy="369329"/>
              <a:chOff x="3143038" y="6328002"/>
              <a:chExt cx="1785198" cy="369329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E5658A58-C1AF-4373-2142-506B67775ADA}"/>
                  </a:ext>
                </a:extLst>
              </p:cNvPr>
              <p:cNvSpPr/>
              <p:nvPr/>
            </p:nvSpPr>
            <p:spPr>
              <a:xfrm>
                <a:off x="3143038" y="6328002"/>
                <a:ext cx="1785198" cy="366728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2C159E0C-8D2A-3358-B17B-B24DE5961597}"/>
                  </a:ext>
                </a:extLst>
              </p:cNvPr>
              <p:cNvGrpSpPr/>
              <p:nvPr/>
            </p:nvGrpSpPr>
            <p:grpSpPr>
              <a:xfrm>
                <a:off x="3143038" y="6328424"/>
                <a:ext cx="1785197" cy="368907"/>
                <a:chOff x="3143038" y="6328424"/>
                <a:chExt cx="1785197" cy="368907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BA87C752-ED1F-E798-B041-D854188AF1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3038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F982066E-7CFA-FBC8-393A-1A1EA6435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9220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715A7BE2-AAFD-92FD-6E9D-658B68D95A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38103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C431C7E-F90E-3D3D-D848-531D19F135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33168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A4122029-BB04-ACCD-ED2F-3AC9490C99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90207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0EA3C43C-7B91-355F-65C5-1DEA4D57B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2051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3F4F0ACC-CEAD-66E2-8447-3A89DECCF1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81064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B4265600-304A-CDAA-1E1D-C33F6C69A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0077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4E54FDF1-F9CC-18E6-C071-8E12411D2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19090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DF4CC296-907C-AE0E-6B30-6B67CB790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57116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671EA27A-964B-0003-8908-D8B61A8FA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76129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027ABF91-A378-B2DA-E0C5-5C6A9DF335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5142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952FCF9D-544E-4AFC-75C9-F6F043F254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14155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14CED96D-564D-6355-BAA3-C82DF00F7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2181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95F6D7CE-A271-83AA-0BC7-4252D0CAD2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71194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BE2DD830-739E-610F-6754-E0825E4AA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28235" y="6328424"/>
                  <a:ext cx="0" cy="368907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360F419F-D1C6-C9B0-CB06-55F3B1140909}"/>
                    </a:ext>
                  </a:extLst>
                </p:cNvPr>
                <p:cNvSpPr txBox="1"/>
                <p:nvPr/>
              </p:nvSpPr>
              <p:spPr>
                <a:xfrm>
                  <a:off x="2380108" y="6401419"/>
                  <a:ext cx="20224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280 symbols (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14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360F419F-D1C6-C9B0-CB06-55F3B1140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0108" y="6401419"/>
                  <a:ext cx="2022472" cy="307777"/>
                </a:xfrm>
                <a:prstGeom prst="rect">
                  <a:avLst/>
                </a:prstGeom>
                <a:blipFill>
                  <a:blip r:embed="rId3"/>
                  <a:stretch>
                    <a:fillRect t="-4000" r="-301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DDC47F-6C0C-8400-1F8C-D2165DAE6615}"/>
              </a:ext>
            </a:extLst>
          </p:cNvPr>
          <p:cNvGrpSpPr/>
          <p:nvPr/>
        </p:nvGrpSpPr>
        <p:grpSpPr>
          <a:xfrm>
            <a:off x="3747428" y="417196"/>
            <a:ext cx="7307179" cy="4162925"/>
            <a:chOff x="2775284" y="657726"/>
            <a:chExt cx="7307179" cy="416292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876310A-1013-98C5-615F-5C6DD8E47281}"/>
                </a:ext>
              </a:extLst>
            </p:cNvPr>
            <p:cNvCxnSpPr/>
            <p:nvPr/>
          </p:nvCxnSpPr>
          <p:spPr>
            <a:xfrm>
              <a:off x="2775284" y="4820651"/>
              <a:ext cx="7307179" cy="0"/>
            </a:xfrm>
            <a:prstGeom prst="straightConnector1">
              <a:avLst/>
            </a:prstGeom>
            <a:ln w="57150" cap="sq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910E21A-A0E3-5CDA-F73B-4F847C4B2A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5284" y="657726"/>
              <a:ext cx="0" cy="4162925"/>
            </a:xfrm>
            <a:prstGeom prst="straightConnector1">
              <a:avLst/>
            </a:prstGeom>
            <a:ln w="57150" cap="sq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D56CE3D-B88D-BC4B-F4D4-AFC3A3483B6C}"/>
              </a:ext>
            </a:extLst>
          </p:cNvPr>
          <p:cNvGrpSpPr/>
          <p:nvPr/>
        </p:nvGrpSpPr>
        <p:grpSpPr>
          <a:xfrm rot="5400000">
            <a:off x="1926924" y="2412109"/>
            <a:ext cx="3227386" cy="369329"/>
            <a:chOff x="3545840" y="5033368"/>
            <a:chExt cx="518160" cy="279788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4D6E330-B6A1-B405-49D7-E7C7A3C05543}"/>
                </a:ext>
              </a:extLst>
            </p:cNvPr>
            <p:cNvSpPr/>
            <p:nvPr/>
          </p:nvSpPr>
          <p:spPr>
            <a:xfrm>
              <a:off x="3545840" y="5033368"/>
              <a:ext cx="518160" cy="1482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E529059C-3231-A47A-A675-B45E0EFE85DB}"/>
                </a:ext>
              </a:extLst>
            </p:cNvPr>
            <p:cNvGrpSpPr/>
            <p:nvPr/>
          </p:nvGrpSpPr>
          <p:grpSpPr>
            <a:xfrm>
              <a:off x="3545840" y="5033688"/>
              <a:ext cx="518160" cy="279468"/>
              <a:chOff x="2881549" y="5069286"/>
              <a:chExt cx="152400" cy="243192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63349919-90F5-A742-D1A6-273F31049F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1549" y="5069286"/>
                <a:ext cx="0" cy="2431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0F1606DA-D041-65BA-CF2C-3504FA1EE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3949" y="5069286"/>
                <a:ext cx="0" cy="2431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B320814D-4007-5816-6966-0704D5EB1F5B}"/>
              </a:ext>
            </a:extLst>
          </p:cNvPr>
          <p:cNvSpPr txBox="1"/>
          <p:nvPr/>
        </p:nvSpPr>
        <p:spPr>
          <a:xfrm rot="5400000">
            <a:off x="1770296" y="2442886"/>
            <a:ext cx="3227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SSB = 20 resource blocks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CF44F2C-D171-154D-5745-F369A26A16D0}"/>
              </a:ext>
            </a:extLst>
          </p:cNvPr>
          <p:cNvGrpSpPr/>
          <p:nvPr/>
        </p:nvGrpSpPr>
        <p:grpSpPr>
          <a:xfrm>
            <a:off x="3783742" y="417198"/>
            <a:ext cx="307777" cy="4162924"/>
            <a:chOff x="4076196" y="657728"/>
            <a:chExt cx="307777" cy="4162924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AB6317A-95A0-5789-3F63-A0FA2A41D526}"/>
                </a:ext>
              </a:extLst>
            </p:cNvPr>
            <p:cNvSpPr/>
            <p:nvPr/>
          </p:nvSpPr>
          <p:spPr>
            <a:xfrm>
              <a:off x="4097020" y="2212847"/>
              <a:ext cx="260587" cy="103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489793A-2A0D-12A9-BAF7-A75A2BC519A8}"/>
                </a:ext>
              </a:extLst>
            </p:cNvPr>
            <p:cNvSpPr txBox="1"/>
            <p:nvPr/>
          </p:nvSpPr>
          <p:spPr>
            <a:xfrm rot="5400000">
              <a:off x="2148623" y="2585301"/>
              <a:ext cx="41629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Frequency</a:t>
              </a: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603FEF9-E85B-5C81-FD46-FDD150DE6A59}"/>
              </a:ext>
            </a:extLst>
          </p:cNvPr>
          <p:cNvGrpSpPr/>
          <p:nvPr/>
        </p:nvGrpSpPr>
        <p:grpSpPr>
          <a:xfrm>
            <a:off x="4122295" y="4232871"/>
            <a:ext cx="6362977" cy="309435"/>
            <a:chOff x="4039882" y="4473401"/>
            <a:chExt cx="7307179" cy="309435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A6061B4-8916-654D-D418-AC7BBF2B7EF4}"/>
                </a:ext>
              </a:extLst>
            </p:cNvPr>
            <p:cNvSpPr/>
            <p:nvPr/>
          </p:nvSpPr>
          <p:spPr>
            <a:xfrm flipV="1">
              <a:off x="7327398" y="4473401"/>
              <a:ext cx="774186" cy="2853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9EA570E-4B48-E6C3-BA70-DAB4E9E50C83}"/>
                </a:ext>
              </a:extLst>
            </p:cNvPr>
            <p:cNvSpPr txBox="1"/>
            <p:nvPr/>
          </p:nvSpPr>
          <p:spPr>
            <a:xfrm>
              <a:off x="4039882" y="4475059"/>
              <a:ext cx="73071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DBEE7903-F1BC-8E32-BE93-49265FB35ACA}"/>
              </a:ext>
            </a:extLst>
          </p:cNvPr>
          <p:cNvGrpSpPr/>
          <p:nvPr/>
        </p:nvGrpSpPr>
        <p:grpSpPr>
          <a:xfrm>
            <a:off x="1940347" y="983076"/>
            <a:ext cx="329656" cy="3227389"/>
            <a:chOff x="3102864" y="1223610"/>
            <a:chExt cx="329656" cy="3227389"/>
          </a:xfrm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294D34AB-087F-282E-856B-E8D4BF7EE74F}"/>
                </a:ext>
              </a:extLst>
            </p:cNvPr>
            <p:cNvSpPr/>
            <p:nvPr/>
          </p:nvSpPr>
          <p:spPr>
            <a:xfrm rot="5400000">
              <a:off x="1720995" y="2739472"/>
              <a:ext cx="3227386" cy="195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81DC4CF-DAE7-1942-4FD8-5F894EAFFCBC}"/>
                </a:ext>
              </a:extLst>
            </p:cNvPr>
            <p:cNvGrpSpPr/>
            <p:nvPr/>
          </p:nvGrpSpPr>
          <p:grpSpPr>
            <a:xfrm rot="5400000" flipV="1">
              <a:off x="1653997" y="2672477"/>
              <a:ext cx="3227389" cy="329656"/>
              <a:chOff x="4414750" y="1067062"/>
              <a:chExt cx="3812713" cy="3761227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675C8125-7AA9-A468-107E-90A50EAEF9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4750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CE9AF64-3B27-F4E1-5BD2-B673D7C4A6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3380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7626116C-6A26-A983-0A87-CBC4B70A2D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2010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2BE6C065-FF60-9BBF-C518-45E61622D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2476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414DFE57-BB59-EACE-5D5A-EC98958CF7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0202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6F43F184-9AFC-5B71-3535-1FF7D92445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7928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8039894C-0572-0A00-39A9-E3056ED5C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5654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AF97C6E7-A33A-9C92-B924-B692467546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1106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48927E4C-232D-54B1-EDE0-1996889EE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832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1BE5BCE4-6C06-FF97-60AF-87ABC1DF84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6558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322E38E4-4ECC-C9D2-6E8B-8A6816E0D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4284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57293B67-AE7A-E329-3430-D497ED717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9737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AE7E6A4D-059B-2804-78EE-F6E91F2F3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27463" y="1067062"/>
                <a:ext cx="0" cy="3761227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6357E956-40F6-7B3E-9248-4C93F3173C19}"/>
              </a:ext>
            </a:extLst>
          </p:cNvPr>
          <p:cNvGrpSpPr/>
          <p:nvPr/>
        </p:nvGrpSpPr>
        <p:grpSpPr>
          <a:xfrm rot="5400000">
            <a:off x="-249802" y="2036956"/>
            <a:ext cx="2870129" cy="616824"/>
            <a:chOff x="738704" y="1498596"/>
            <a:chExt cx="2870129" cy="616824"/>
          </a:xfrm>
        </p:grpSpPr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17DC9B55-18E6-381D-1379-99B7E6E9B225}"/>
                </a:ext>
              </a:extLst>
            </p:cNvPr>
            <p:cNvGrpSpPr/>
            <p:nvPr/>
          </p:nvGrpSpPr>
          <p:grpSpPr>
            <a:xfrm flipV="1">
              <a:off x="818759" y="1498596"/>
              <a:ext cx="1664370" cy="146012"/>
              <a:chOff x="1444589" y="693287"/>
              <a:chExt cx="1664370" cy="128605"/>
            </a:xfrm>
          </p:grpSpPr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C5503934-3508-EA0D-7764-05A1247BFB0E}"/>
                  </a:ext>
                </a:extLst>
              </p:cNvPr>
              <p:cNvGrpSpPr/>
              <p:nvPr/>
            </p:nvGrpSpPr>
            <p:grpSpPr>
              <a:xfrm rot="5400000">
                <a:off x="2212471" y="-74595"/>
                <a:ext cx="128605" cy="1664369"/>
                <a:chOff x="1110915" y="1437379"/>
                <a:chExt cx="329656" cy="4335183"/>
              </a:xfrm>
            </p:grpSpPr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4652F46E-F82F-D737-02DE-C646566C68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2573105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>
                  <a:extLst>
                    <a:ext uri="{FF2B5EF4-FFF2-40B4-BE49-F238E27FC236}">
                      <a16:creationId xmlns:a16="http://schemas.microsoft.com/office/drawing/2014/main" id="{BA471C38-4F2B-865B-01DF-2B1B9AF1BA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018165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4CEA786A-BA8F-BE68-14CA-1F6FF2120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1417057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03FE4271-DEB0-6B92-8CA2-05B303ADD3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1706069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021FC491-3D30-EFE8-4508-C18AFD05FA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1995081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C17ED0DC-490A-EA0F-7676-98903D7C23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2284093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5B91087B-A573-0851-0F9E-A2E5D4C102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2862117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DFD90E7E-05D7-7E90-69A2-90B9A27D22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151129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40F73D7A-D17A-C696-FA7A-867B6B4FAE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440141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FFC7EA5F-C1F6-341B-5768-802270D293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729153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Straight Connector 317">
                  <a:extLst>
                    <a:ext uri="{FF2B5EF4-FFF2-40B4-BE49-F238E27FC236}">
                      <a16:creationId xmlns:a16="http://schemas.microsoft.com/office/drawing/2014/main" id="{AE84B71C-452B-05A4-7436-4CD02C09A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307177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778E68D1-0C26-83B0-65BD-9FCF6D2BF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596189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4" name="Straight Connector 1023">
                  <a:extLst>
                    <a:ext uri="{FF2B5EF4-FFF2-40B4-BE49-F238E27FC236}">
                      <a16:creationId xmlns:a16="http://schemas.microsoft.com/office/drawing/2014/main" id="{FDDE80AB-832E-03E7-8431-B14C3890A2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1272551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5" name="Straight Connector 1024">
                  <a:extLst>
                    <a:ext uri="{FF2B5EF4-FFF2-40B4-BE49-F238E27FC236}">
                      <a16:creationId xmlns:a16="http://schemas.microsoft.com/office/drawing/2014/main" id="{67D9396E-F7D2-967D-B09D-A4DDC5B5C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2717611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7" name="Straight Connector 1026">
                  <a:extLst>
                    <a:ext uri="{FF2B5EF4-FFF2-40B4-BE49-F238E27FC236}">
                      <a16:creationId xmlns:a16="http://schemas.microsoft.com/office/drawing/2014/main" id="{E3765153-CE91-8AC9-93D6-0F70259E4E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162671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8" name="Straight Connector 1027">
                  <a:extLst>
                    <a:ext uri="{FF2B5EF4-FFF2-40B4-BE49-F238E27FC236}">
                      <a16:creationId xmlns:a16="http://schemas.microsoft.com/office/drawing/2014/main" id="{D8FC4B61-AD4C-AC07-3D1F-393DE1425B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1561563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9" name="Straight Connector 1028">
                  <a:extLst>
                    <a:ext uri="{FF2B5EF4-FFF2-40B4-BE49-F238E27FC236}">
                      <a16:creationId xmlns:a16="http://schemas.microsoft.com/office/drawing/2014/main" id="{7DFD89D1-C636-7426-BD45-1EE408900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1850575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EE4503D1-7035-F073-6BA6-117AEF7B2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2139587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5F13CE4A-F324-DDE8-A0EB-4E3D9A936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2428599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2" name="Straight Connector 1031">
                  <a:extLst>
                    <a:ext uri="{FF2B5EF4-FFF2-40B4-BE49-F238E27FC236}">
                      <a16:creationId xmlns:a16="http://schemas.microsoft.com/office/drawing/2014/main" id="{57DB787E-212E-8FCE-46EF-A94591C489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006623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3" name="Straight Connector 1032">
                  <a:extLst>
                    <a:ext uri="{FF2B5EF4-FFF2-40B4-BE49-F238E27FC236}">
                      <a16:creationId xmlns:a16="http://schemas.microsoft.com/office/drawing/2014/main" id="{F851CDBA-204C-15C2-6057-CD6660FF77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295635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4" name="Straight Connector 1033">
                  <a:extLst>
                    <a:ext uri="{FF2B5EF4-FFF2-40B4-BE49-F238E27FC236}">
                      <a16:creationId xmlns:a16="http://schemas.microsoft.com/office/drawing/2014/main" id="{797D71CF-B04F-52F8-EB5A-CA7AEF541E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584647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962C92A5-0652-D8B5-AA93-28A5B4D21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3873659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14EF134D-CAE1-F78B-03C5-00C29459FC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451683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Connector 1036">
                  <a:extLst>
                    <a:ext uri="{FF2B5EF4-FFF2-40B4-BE49-F238E27FC236}">
                      <a16:creationId xmlns:a16="http://schemas.microsoft.com/office/drawing/2014/main" id="{E4656F36-93EA-5D42-24AA-7F4C64C4ED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740695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8" name="Straight Connector 1037">
                  <a:extLst>
                    <a:ext uri="{FF2B5EF4-FFF2-40B4-BE49-F238E27FC236}">
                      <a16:creationId xmlns:a16="http://schemas.microsoft.com/office/drawing/2014/main" id="{E46B1596-265D-3152-E28E-AAA3C54D2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5029707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>
                  <a:extLst>
                    <a:ext uri="{FF2B5EF4-FFF2-40B4-BE49-F238E27FC236}">
                      <a16:creationId xmlns:a16="http://schemas.microsoft.com/office/drawing/2014/main" id="{B665A975-2950-040F-1078-8AB886604B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4885201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0" name="Straight Connector 1039">
                  <a:extLst>
                    <a:ext uri="{FF2B5EF4-FFF2-40B4-BE49-F238E27FC236}">
                      <a16:creationId xmlns:a16="http://schemas.microsoft.com/office/drawing/2014/main" id="{3C60716F-3595-F7FA-5CD0-CC69930B0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5174213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>
                  <a:extLst>
                    <a:ext uri="{FF2B5EF4-FFF2-40B4-BE49-F238E27FC236}">
                      <a16:creationId xmlns:a16="http://schemas.microsoft.com/office/drawing/2014/main" id="{B0191FC7-F580-33A5-F849-5C9F9A8184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5318719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Straight Connector 1041">
                  <a:extLst>
                    <a:ext uri="{FF2B5EF4-FFF2-40B4-BE49-F238E27FC236}">
                      <a16:creationId xmlns:a16="http://schemas.microsoft.com/office/drawing/2014/main" id="{25D59A5B-7AF7-E72E-F9D9-523435F11C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5463225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>
                  <a:extLst>
                    <a:ext uri="{FF2B5EF4-FFF2-40B4-BE49-F238E27FC236}">
                      <a16:creationId xmlns:a16="http://schemas.microsoft.com/office/drawing/2014/main" id="{F5D783BF-83B9-16A0-AE20-1E5516E786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275743" y="5607734"/>
                  <a:ext cx="0" cy="3296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C8F85AC0-ED2C-64C7-F69A-C17173049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4589" y="821055"/>
                <a:ext cx="1664370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49578106-90B9-2F62-56D1-A5AECE327732}"/>
                </a:ext>
              </a:extLst>
            </p:cNvPr>
            <p:cNvSpPr txBox="1"/>
            <p:nvPr/>
          </p:nvSpPr>
          <p:spPr>
            <a:xfrm>
              <a:off x="738707" y="1807643"/>
              <a:ext cx="28701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 kHz = 30,000 count per second</a:t>
              </a: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57C268B6-8EB6-DB0D-281E-6F7345EF5506}"/>
                </a:ext>
              </a:extLst>
            </p:cNvPr>
            <p:cNvSpPr txBox="1"/>
            <p:nvPr/>
          </p:nvSpPr>
          <p:spPr>
            <a:xfrm>
              <a:off x="738704" y="1600234"/>
              <a:ext cx="2030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Subcarrier spacing</a:t>
              </a:r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BC74D0B0-F3F3-CE12-003D-93F37057E9EE}"/>
              </a:ext>
            </a:extLst>
          </p:cNvPr>
          <p:cNvGrpSpPr/>
          <p:nvPr/>
        </p:nvGrpSpPr>
        <p:grpSpPr>
          <a:xfrm>
            <a:off x="2791586" y="983078"/>
            <a:ext cx="329656" cy="3227389"/>
            <a:chOff x="3357337" y="1223608"/>
            <a:chExt cx="329656" cy="3227389"/>
          </a:xfrm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0696C755-252F-992F-64FB-A041BADAB393}"/>
                </a:ext>
              </a:extLst>
            </p:cNvPr>
            <p:cNvSpPr/>
            <p:nvPr/>
          </p:nvSpPr>
          <p:spPr>
            <a:xfrm rot="5400000">
              <a:off x="1975468" y="2739469"/>
              <a:ext cx="3227386" cy="19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54371A63-50E1-E815-1955-863B589402C4}"/>
                </a:ext>
              </a:extLst>
            </p:cNvPr>
            <p:cNvGrpSpPr/>
            <p:nvPr/>
          </p:nvGrpSpPr>
          <p:grpSpPr>
            <a:xfrm>
              <a:off x="3357337" y="1223608"/>
              <a:ext cx="329656" cy="3227389"/>
              <a:chOff x="3357337" y="1223608"/>
              <a:chExt cx="329656" cy="3227389"/>
            </a:xfrm>
          </p:grpSpPr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00CAB75C-EFBE-825B-0696-631AFB80A24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1058780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D8CEF1B6-03DC-D7D4-FCBB-9104C4A83CF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995208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C8AA4B1F-7467-25FC-014E-F5AD55C58A0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3963422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39504954-3DA7-5923-92E6-D8B2054799B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1220149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8E147634-96CC-2FE0-2108-EB1A33EC454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1542887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B80C647D-A407-7F2F-3AE4-CD11A78923A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026994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15921A4-D09D-1648-207E-DA3D1723924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511101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26D153D-089D-FEA9-B9F3-DD3B0CC698C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3317946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DECAA0E3-88FD-C98F-3BC9-1BBC4961E50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3479315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0C7ABA05-A56A-540B-9D4C-634AD6A323F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3640684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B77DB3BC-AB1D-93B4-EF6A-DFFF622F97A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3802053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B32FF69-B7C4-ADEC-996C-13EFE3D7C1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4124791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81A6EAF-F5EE-8781-CF53-04FF9F1F9B4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4286169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CD2C1BC6-E2AE-7233-C912-196F71B4912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1381518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9BAD416-C2F1-FCD7-C020-271E02751F1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1704256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3D246FBF-DEB3-BAD8-569E-E09587B64D1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1865625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FCC61A64-12E9-6E7B-7902-34EA0DE71DD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188363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648A4543-40B6-7BB3-CE2F-2EB011E1233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349732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A9D71D24-2046-BF49-0AF0-EFEAE8A8D2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672470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6629B946-AC1F-BFC6-11F8-AED673976FF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2833839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5A7777F-4B1D-DF22-04E4-01725ED5366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22165" y="3156577"/>
                <a:ext cx="0" cy="329656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F0F16E29-D63E-E748-C2B5-D18C2FEDF81D}"/>
              </a:ext>
            </a:extLst>
          </p:cNvPr>
          <p:cNvSpPr txBox="1"/>
          <p:nvPr/>
        </p:nvSpPr>
        <p:spPr>
          <a:xfrm rot="5400000">
            <a:off x="1107980" y="2442883"/>
            <a:ext cx="3227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resource block = 12 subcarriers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1928FCD-1E56-3E9F-1A31-B473FE9520D3}"/>
              </a:ext>
            </a:extLst>
          </p:cNvPr>
          <p:cNvGrpSpPr/>
          <p:nvPr/>
        </p:nvGrpSpPr>
        <p:grpSpPr>
          <a:xfrm>
            <a:off x="342244" y="3917425"/>
            <a:ext cx="2390923" cy="1208833"/>
            <a:chOff x="736180" y="2483453"/>
            <a:chExt cx="2390923" cy="2124138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95A0694-B2C6-EA15-A4F3-F8B37B148AC0}"/>
                </a:ext>
              </a:extLst>
            </p:cNvPr>
            <p:cNvSpPr txBox="1"/>
            <p:nvPr/>
          </p:nvSpPr>
          <p:spPr>
            <a:xfrm>
              <a:off x="736180" y="2483453"/>
              <a:ext cx="1745173" cy="54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SSB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1DA8940-0617-59B0-29F1-BF6ADF38E4EC}"/>
                </a:ext>
              </a:extLst>
            </p:cNvPr>
            <p:cNvSpPr txBox="1"/>
            <p:nvPr/>
          </p:nvSpPr>
          <p:spPr>
            <a:xfrm>
              <a:off x="736180" y="2991965"/>
              <a:ext cx="1745173" cy="54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20 resource blocks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B36E7D0C-7CC1-FAED-B3D1-41C2B26F7E13}"/>
                    </a:ext>
                  </a:extLst>
                </p:cNvPr>
                <p:cNvSpPr txBox="1"/>
                <p:nvPr/>
              </p:nvSpPr>
              <p:spPr>
                <a:xfrm>
                  <a:off x="736180" y="3499119"/>
                  <a:ext cx="2206197" cy="5408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240 subcarriers (</a:t>
                  </a:r>
                  <a14:m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20×12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B36E7D0C-7CC1-FAED-B3D1-41C2B26F7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80" y="3499119"/>
                  <a:ext cx="2206197" cy="540820"/>
                </a:xfrm>
                <a:prstGeom prst="rect">
                  <a:avLst/>
                </a:prstGeom>
                <a:blipFill>
                  <a:blip r:embed="rId4"/>
                  <a:stretch>
                    <a:fillRect l="-829"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793C683A-902C-E3BB-0666-DEDB2A9D49C2}"/>
                    </a:ext>
                  </a:extLst>
                </p:cNvPr>
                <p:cNvSpPr txBox="1"/>
                <p:nvPr/>
              </p:nvSpPr>
              <p:spPr>
                <a:xfrm>
                  <a:off x="736180" y="4066771"/>
                  <a:ext cx="2390923" cy="5408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7200 kHz = 7.2 MHz 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l-G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μ</m:t>
                      </m:r>
                      <m:r>
                        <m:rPr>
                          <m:nor/>
                        </m:rPr>
                        <a:rPr lang="el-G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793C683A-902C-E3BB-0666-DEDB2A9D49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80" y="4066771"/>
                  <a:ext cx="2390923" cy="540820"/>
                </a:xfrm>
                <a:prstGeom prst="rect">
                  <a:avLst/>
                </a:prstGeom>
                <a:blipFill>
                  <a:blip r:embed="rId5"/>
                  <a:stretch>
                    <a:fillRect l="-765" t="-4000" r="-51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201B9D5-B493-76C4-8544-FB632B6E3DF3}"/>
                  </a:ext>
                </a:extLst>
              </p:cNvPr>
              <p:cNvSpPr txBox="1"/>
              <p:nvPr/>
            </p:nvSpPr>
            <p:spPr>
              <a:xfrm rot="5400000">
                <a:off x="205473" y="2442104"/>
                <a:ext cx="32273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subcarrier = 30 kHz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nor/>
                      </m:rPr>
                      <a:rPr lang="el-GR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201B9D5-B493-76C4-8544-FB632B6E3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05473" y="2442104"/>
                <a:ext cx="3227386" cy="307777"/>
              </a:xfrm>
              <a:prstGeom prst="rect">
                <a:avLst/>
              </a:prstGeom>
              <a:blipFill>
                <a:blip r:embed="rId6"/>
                <a:stretch>
                  <a:fillRect l="-19608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58787FF9-EE3B-CD4B-DBEB-87AEA3CE27B9}"/>
              </a:ext>
            </a:extLst>
          </p:cNvPr>
          <p:cNvGrpSpPr/>
          <p:nvPr/>
        </p:nvGrpSpPr>
        <p:grpSpPr>
          <a:xfrm>
            <a:off x="10635522" y="883997"/>
            <a:ext cx="559034" cy="3433699"/>
            <a:chOff x="4925956" y="1124527"/>
            <a:chExt cx="559034" cy="3433699"/>
          </a:xfrm>
        </p:grpSpPr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2500D837-D0CF-FC03-0308-00A114ED0FE7}"/>
                </a:ext>
              </a:extLst>
            </p:cNvPr>
            <p:cNvSpPr txBox="1"/>
            <p:nvPr/>
          </p:nvSpPr>
          <p:spPr>
            <a:xfrm>
              <a:off x="4925956" y="3699135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48</a:t>
              </a: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7E6E8327-FDF0-485C-554A-9D7163418ECD}"/>
                </a:ext>
              </a:extLst>
            </p:cNvPr>
            <p:cNvSpPr txBox="1"/>
            <p:nvPr/>
          </p:nvSpPr>
          <p:spPr>
            <a:xfrm>
              <a:off x="4925956" y="4020961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24</a:t>
              </a: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789054C7-56A2-6F07-955F-C6076570E8BF}"/>
                </a:ext>
              </a:extLst>
            </p:cNvPr>
            <p:cNvSpPr txBox="1"/>
            <p:nvPr/>
          </p:nvSpPr>
          <p:spPr>
            <a:xfrm>
              <a:off x="4925956" y="4342782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0</a:t>
              </a: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A2C214D2-38E6-453F-A558-E00F9840F2F0}"/>
                </a:ext>
              </a:extLst>
            </p:cNvPr>
            <p:cNvSpPr txBox="1"/>
            <p:nvPr/>
          </p:nvSpPr>
          <p:spPr>
            <a:xfrm>
              <a:off x="4925956" y="3377309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72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3B9374F3-838B-8D6C-FD7B-300A800A3C04}"/>
                </a:ext>
              </a:extLst>
            </p:cNvPr>
            <p:cNvSpPr txBox="1"/>
            <p:nvPr/>
          </p:nvSpPr>
          <p:spPr>
            <a:xfrm>
              <a:off x="4925956" y="4181874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12</a:t>
              </a:r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716C688E-985A-9AF2-21B6-B48BB467DE6A}"/>
                </a:ext>
              </a:extLst>
            </p:cNvPr>
            <p:cNvSpPr txBox="1"/>
            <p:nvPr/>
          </p:nvSpPr>
          <p:spPr>
            <a:xfrm>
              <a:off x="4925956" y="3860048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36</a:t>
              </a:r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FDC2DCE3-BD57-32AB-A10D-C363657593B7}"/>
                </a:ext>
              </a:extLst>
            </p:cNvPr>
            <p:cNvSpPr txBox="1"/>
            <p:nvPr/>
          </p:nvSpPr>
          <p:spPr>
            <a:xfrm>
              <a:off x="4925956" y="3538222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60</a:t>
              </a: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98E23DA2-DB8A-B73E-CA15-4FB946D554FC}"/>
                </a:ext>
              </a:extLst>
            </p:cNvPr>
            <p:cNvSpPr txBox="1"/>
            <p:nvPr/>
          </p:nvSpPr>
          <p:spPr>
            <a:xfrm>
              <a:off x="4925956" y="3216396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84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B1B324EA-232E-F492-DB53-09668C571970}"/>
                </a:ext>
              </a:extLst>
            </p:cNvPr>
            <p:cNvSpPr txBox="1"/>
            <p:nvPr/>
          </p:nvSpPr>
          <p:spPr>
            <a:xfrm>
              <a:off x="4925956" y="3055483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96</a:t>
              </a: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425F7893-FF3D-5395-14E6-5FB4DED63F36}"/>
                </a:ext>
              </a:extLst>
            </p:cNvPr>
            <p:cNvSpPr txBox="1"/>
            <p:nvPr/>
          </p:nvSpPr>
          <p:spPr>
            <a:xfrm>
              <a:off x="4925956" y="2894570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108</a:t>
              </a:r>
            </a:p>
          </p:txBody>
        </p:sp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5675F715-1E08-9429-FE15-0AD0A2BE2FCE}"/>
                </a:ext>
              </a:extLst>
            </p:cNvPr>
            <p:cNvSpPr txBox="1"/>
            <p:nvPr/>
          </p:nvSpPr>
          <p:spPr>
            <a:xfrm>
              <a:off x="4925956" y="2733657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120</a:t>
              </a:r>
            </a:p>
          </p:txBody>
        </p: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614A0082-927B-5363-6670-A9DB7302B2E5}"/>
                </a:ext>
              </a:extLst>
            </p:cNvPr>
            <p:cNvSpPr txBox="1"/>
            <p:nvPr/>
          </p:nvSpPr>
          <p:spPr>
            <a:xfrm>
              <a:off x="4925956" y="1124527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240</a:t>
              </a:r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031E6836-55C4-90AB-2867-0A75D258F546}"/>
                </a:ext>
              </a:extLst>
            </p:cNvPr>
            <p:cNvSpPr txBox="1"/>
            <p:nvPr/>
          </p:nvSpPr>
          <p:spPr>
            <a:xfrm>
              <a:off x="4925956" y="1285440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228</a:t>
              </a: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57443345-3E81-EA03-86CA-859ABF3E7B69}"/>
                </a:ext>
              </a:extLst>
            </p:cNvPr>
            <p:cNvSpPr txBox="1"/>
            <p:nvPr/>
          </p:nvSpPr>
          <p:spPr>
            <a:xfrm>
              <a:off x="4925956" y="1446353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216</a:t>
              </a: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5A05BC5D-0159-A003-21F5-11C131E98910}"/>
                </a:ext>
              </a:extLst>
            </p:cNvPr>
            <p:cNvSpPr txBox="1"/>
            <p:nvPr/>
          </p:nvSpPr>
          <p:spPr>
            <a:xfrm>
              <a:off x="4925956" y="1607266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204</a:t>
              </a: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DC74BC9C-C5C9-948F-B58E-9A46167E3B5E}"/>
                </a:ext>
              </a:extLst>
            </p:cNvPr>
            <p:cNvSpPr txBox="1"/>
            <p:nvPr/>
          </p:nvSpPr>
          <p:spPr>
            <a:xfrm>
              <a:off x="4925956" y="1768179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192</a:t>
              </a:r>
            </a:p>
          </p:txBody>
        </p: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C2E85B20-BFD9-15A7-B474-816AD11A01CF}"/>
                </a:ext>
              </a:extLst>
            </p:cNvPr>
            <p:cNvSpPr txBox="1"/>
            <p:nvPr/>
          </p:nvSpPr>
          <p:spPr>
            <a:xfrm>
              <a:off x="4925956" y="1929092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180</a:t>
              </a:r>
            </a:p>
          </p:txBody>
        </p: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994A1941-A72E-3E16-F5F1-45694293DC96}"/>
                </a:ext>
              </a:extLst>
            </p:cNvPr>
            <p:cNvSpPr txBox="1"/>
            <p:nvPr/>
          </p:nvSpPr>
          <p:spPr>
            <a:xfrm>
              <a:off x="4925956" y="2090005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168</a:t>
              </a:r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7D5AA904-772B-3BB7-97FC-AC66C33754CD}"/>
                </a:ext>
              </a:extLst>
            </p:cNvPr>
            <p:cNvSpPr txBox="1"/>
            <p:nvPr/>
          </p:nvSpPr>
          <p:spPr>
            <a:xfrm>
              <a:off x="4925956" y="2250918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156</a:t>
              </a:r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C73FE64B-25C3-441F-82D1-37CF262D5A1C}"/>
                </a:ext>
              </a:extLst>
            </p:cNvPr>
            <p:cNvSpPr txBox="1"/>
            <p:nvPr/>
          </p:nvSpPr>
          <p:spPr>
            <a:xfrm>
              <a:off x="4925956" y="2411831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144</a:t>
              </a:r>
            </a:p>
          </p:txBody>
        </p: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BEC9713F-6313-73FB-2A1D-2F2760A767D3}"/>
                </a:ext>
              </a:extLst>
            </p:cNvPr>
            <p:cNvSpPr txBox="1"/>
            <p:nvPr/>
          </p:nvSpPr>
          <p:spPr>
            <a:xfrm>
              <a:off x="4925956" y="2572744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 132</a:t>
              </a: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B07579AC-CF93-8BD4-4ADC-913E40058644}"/>
              </a:ext>
            </a:extLst>
          </p:cNvPr>
          <p:cNvGrpSpPr/>
          <p:nvPr/>
        </p:nvGrpSpPr>
        <p:grpSpPr>
          <a:xfrm>
            <a:off x="5416698" y="964981"/>
            <a:ext cx="575823" cy="3233848"/>
            <a:chOff x="5787553" y="1205511"/>
            <a:chExt cx="575823" cy="3233848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62733062-948D-4A9F-A835-C7B2B45A141A}"/>
                </a:ext>
              </a:extLst>
            </p:cNvPr>
            <p:cNvGrpSpPr/>
            <p:nvPr/>
          </p:nvGrpSpPr>
          <p:grpSpPr>
            <a:xfrm>
              <a:off x="5787553" y="3810000"/>
              <a:ext cx="215444" cy="629359"/>
              <a:chOff x="5787553" y="3810000"/>
              <a:chExt cx="215444" cy="629359"/>
            </a:xfrm>
          </p:grpSpPr>
          <p:cxnSp>
            <p:nvCxnSpPr>
              <p:cNvPr id="1026" name="Straight Arrow Connector 1025">
                <a:extLst>
                  <a:ext uri="{FF2B5EF4-FFF2-40B4-BE49-F238E27FC236}">
                    <a16:creationId xmlns:a16="http://schemas.microsoft.com/office/drawing/2014/main" id="{1C45248D-F9AA-F2A7-A409-D87E936D8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2181" y="3810000"/>
                <a:ext cx="0" cy="6293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6AC727FC-AF03-24CF-023D-78670FD6E8FC}"/>
                  </a:ext>
                </a:extLst>
              </p:cNvPr>
              <p:cNvSpPr txBox="1"/>
              <p:nvPr/>
            </p:nvSpPr>
            <p:spPr>
              <a:xfrm rot="5400000">
                <a:off x="5615758" y="4016957"/>
                <a:ext cx="55903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to 47</a:t>
                </a: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E92E826D-6FE1-88AE-D917-92FAAF3B7F93}"/>
                </a:ext>
              </a:extLst>
            </p:cNvPr>
            <p:cNvGrpSpPr/>
            <p:nvPr/>
          </p:nvGrpSpPr>
          <p:grpSpPr>
            <a:xfrm>
              <a:off x="5787553" y="1983124"/>
              <a:ext cx="215444" cy="1700647"/>
              <a:chOff x="5787553" y="3810000"/>
              <a:chExt cx="215444" cy="629359"/>
            </a:xfrm>
          </p:grpSpPr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A103809-F2D3-C941-05DD-FF11EAA6B0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2181" y="3810000"/>
                <a:ext cx="0" cy="6293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415DD73-EDC3-68CB-1E82-70F912442CB0}"/>
                  </a:ext>
                </a:extLst>
              </p:cNvPr>
              <p:cNvSpPr txBox="1"/>
              <p:nvPr/>
            </p:nvSpPr>
            <p:spPr>
              <a:xfrm rot="5400000">
                <a:off x="5615758" y="4016957"/>
                <a:ext cx="55903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56 to 182</a:t>
                </a: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2AC7E31C-D370-708D-6ECF-3A9515265EF6}"/>
                </a:ext>
              </a:extLst>
            </p:cNvPr>
            <p:cNvGrpSpPr/>
            <p:nvPr/>
          </p:nvGrpSpPr>
          <p:grpSpPr>
            <a:xfrm>
              <a:off x="5787553" y="1205511"/>
              <a:ext cx="215444" cy="676784"/>
              <a:chOff x="5787553" y="3786287"/>
              <a:chExt cx="215444" cy="676784"/>
            </a:xfrm>
          </p:grpSpPr>
          <p:cxnSp>
            <p:nvCxnSpPr>
              <p:cNvPr id="219" name="Straight Arrow Connector 218">
                <a:extLst>
                  <a:ext uri="{FF2B5EF4-FFF2-40B4-BE49-F238E27FC236}">
                    <a16:creationId xmlns:a16="http://schemas.microsoft.com/office/drawing/2014/main" id="{8E7E6245-171B-D5F0-73A8-DE36055D6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2181" y="3810000"/>
                <a:ext cx="0" cy="6293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1B13979-3ADD-6CD8-78F1-A99D5FA23B12}"/>
                  </a:ext>
                </a:extLst>
              </p:cNvPr>
              <p:cNvSpPr txBox="1"/>
              <p:nvPr/>
            </p:nvSpPr>
            <p:spPr>
              <a:xfrm rot="5400000">
                <a:off x="5556883" y="4016957"/>
                <a:ext cx="67678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192 to 239</a:t>
                </a:r>
              </a:p>
            </p:txBody>
          </p:sp>
        </p:grpSp>
        <p:grpSp>
          <p:nvGrpSpPr>
            <p:cNvPr id="1095" name="Group 1094">
              <a:extLst>
                <a:ext uri="{FF2B5EF4-FFF2-40B4-BE49-F238E27FC236}">
                  <a16:creationId xmlns:a16="http://schemas.microsoft.com/office/drawing/2014/main" id="{187288B4-5115-A1C3-A786-37D3DC3F10A4}"/>
                </a:ext>
              </a:extLst>
            </p:cNvPr>
            <p:cNvGrpSpPr/>
            <p:nvPr/>
          </p:nvGrpSpPr>
          <p:grpSpPr>
            <a:xfrm>
              <a:off x="5995366" y="1431682"/>
              <a:ext cx="368010" cy="2800719"/>
              <a:chOff x="5980126" y="1431682"/>
              <a:chExt cx="368010" cy="2800719"/>
            </a:xfrm>
          </p:grpSpPr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42F64910-2DA0-D204-8B92-12B41E3B8C27}"/>
                  </a:ext>
                </a:extLst>
              </p:cNvPr>
              <p:cNvSpPr txBox="1"/>
              <p:nvPr/>
            </p:nvSpPr>
            <p:spPr>
              <a:xfrm>
                <a:off x="5980126" y="3630145"/>
                <a:ext cx="22213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090" name="TextBox 1089">
                <a:extLst>
                  <a:ext uri="{FF2B5EF4-FFF2-40B4-BE49-F238E27FC236}">
                    <a16:creationId xmlns:a16="http://schemas.microsoft.com/office/drawing/2014/main" id="{35DB35A3-EACB-B613-622E-EAA077DDA089}"/>
                  </a:ext>
                </a:extLst>
              </p:cNvPr>
              <p:cNvSpPr txBox="1"/>
              <p:nvPr/>
            </p:nvSpPr>
            <p:spPr>
              <a:xfrm>
                <a:off x="5980126" y="1806051"/>
                <a:ext cx="30083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1091" name="TextBox 1090">
                <a:extLst>
                  <a:ext uri="{FF2B5EF4-FFF2-40B4-BE49-F238E27FC236}">
                    <a16:creationId xmlns:a16="http://schemas.microsoft.com/office/drawing/2014/main" id="{4B062963-5B72-98F5-1C3B-22CC910B8917}"/>
                  </a:ext>
                </a:extLst>
              </p:cNvPr>
              <p:cNvSpPr txBox="1"/>
              <p:nvPr/>
            </p:nvSpPr>
            <p:spPr>
              <a:xfrm>
                <a:off x="5980126" y="1431682"/>
                <a:ext cx="30083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48</a:t>
                </a:r>
              </a:p>
            </p:txBody>
          </p:sp>
          <p:sp>
            <p:nvSpPr>
              <p:cNvPr id="1092" name="TextBox 1091">
                <a:extLst>
                  <a:ext uri="{FF2B5EF4-FFF2-40B4-BE49-F238E27FC236}">
                    <a16:creationId xmlns:a16="http://schemas.microsoft.com/office/drawing/2014/main" id="{8A239EE5-69F4-F68A-E489-0E695FC79683}"/>
                  </a:ext>
                </a:extLst>
              </p:cNvPr>
              <p:cNvSpPr txBox="1"/>
              <p:nvPr/>
            </p:nvSpPr>
            <p:spPr>
              <a:xfrm>
                <a:off x="5980126" y="2722000"/>
                <a:ext cx="3680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127</a:t>
                </a:r>
              </a:p>
            </p:txBody>
          </p:sp>
          <p:sp>
            <p:nvSpPr>
              <p:cNvPr id="1094" name="TextBox 1093">
                <a:extLst>
                  <a:ext uri="{FF2B5EF4-FFF2-40B4-BE49-F238E27FC236}">
                    <a16:creationId xmlns:a16="http://schemas.microsoft.com/office/drawing/2014/main" id="{DBD88E70-A912-575B-624B-954D2A9E330B}"/>
                  </a:ext>
                </a:extLst>
              </p:cNvPr>
              <p:cNvSpPr txBox="1"/>
              <p:nvPr/>
            </p:nvSpPr>
            <p:spPr>
              <a:xfrm>
                <a:off x="5980126" y="4016957"/>
                <a:ext cx="30083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48</a:t>
                </a:r>
              </a:p>
            </p:txBody>
          </p:sp>
        </p:grpSp>
      </p:grpSp>
      <p:sp>
        <p:nvSpPr>
          <p:cNvPr id="1243" name="TextBox 1242">
            <a:extLst>
              <a:ext uri="{FF2B5EF4-FFF2-40B4-BE49-F238E27FC236}">
                <a16:creationId xmlns:a16="http://schemas.microsoft.com/office/drawing/2014/main" id="{333F1825-A035-50B8-64D1-FB2B5ECCA574}"/>
              </a:ext>
            </a:extLst>
          </p:cNvPr>
          <p:cNvSpPr txBox="1"/>
          <p:nvPr/>
        </p:nvSpPr>
        <p:spPr>
          <a:xfrm>
            <a:off x="299871" y="221575"/>
            <a:ext cx="2851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NR Frame Structure</a:t>
            </a:r>
          </a:p>
        </p:txBody>
      </p:sp>
      <p:sp>
        <p:nvSpPr>
          <p:cNvPr id="1246" name="Rectangle: Rounded Corners 1245">
            <a:extLst>
              <a:ext uri="{FF2B5EF4-FFF2-40B4-BE49-F238E27FC236}">
                <a16:creationId xmlns:a16="http://schemas.microsoft.com/office/drawing/2014/main" id="{7495E689-3343-20C6-805B-EF56A1F3B173}"/>
              </a:ext>
            </a:extLst>
          </p:cNvPr>
          <p:cNvSpPr/>
          <p:nvPr/>
        </p:nvSpPr>
        <p:spPr>
          <a:xfrm>
            <a:off x="248027" y="180988"/>
            <a:ext cx="11690402" cy="6460544"/>
          </a:xfrm>
          <a:prstGeom prst="roundRect">
            <a:avLst>
              <a:gd name="adj" fmla="val 142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994874-7BB6-9D7D-4141-F6EF6A592542}"/>
              </a:ext>
            </a:extLst>
          </p:cNvPr>
          <p:cNvGrpSpPr/>
          <p:nvPr/>
        </p:nvGrpSpPr>
        <p:grpSpPr>
          <a:xfrm>
            <a:off x="4143014" y="983636"/>
            <a:ext cx="45719" cy="3228732"/>
            <a:chOff x="6071418" y="1222261"/>
            <a:chExt cx="519003" cy="32287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F12426-B8DB-0067-7B0B-A19973ED7063}"/>
                </a:ext>
              </a:extLst>
            </p:cNvPr>
            <p:cNvSpPr/>
            <p:nvPr/>
          </p:nvSpPr>
          <p:spPr>
            <a:xfrm>
              <a:off x="6071418" y="1983624"/>
              <a:ext cx="129415" cy="17006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2F5DF9-67DD-AC45-452E-27EA79A63F8D}"/>
                </a:ext>
              </a:extLst>
            </p:cNvPr>
            <p:cNvSpPr/>
            <p:nvPr/>
          </p:nvSpPr>
          <p:spPr>
            <a:xfrm>
              <a:off x="6461006" y="1226349"/>
              <a:ext cx="129415" cy="322464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FEF62B-4E4B-E2C1-EDC8-5B1C0C160010}"/>
                </a:ext>
              </a:extLst>
            </p:cNvPr>
            <p:cNvSpPr/>
            <p:nvPr/>
          </p:nvSpPr>
          <p:spPr>
            <a:xfrm>
              <a:off x="6201280" y="1226349"/>
              <a:ext cx="129415" cy="322464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ACD5A1-B97F-4ABD-27BD-C0BD2B64A68C}"/>
                </a:ext>
              </a:extLst>
            </p:cNvPr>
            <p:cNvSpPr/>
            <p:nvPr/>
          </p:nvSpPr>
          <p:spPr>
            <a:xfrm>
              <a:off x="6331136" y="1983623"/>
              <a:ext cx="129415" cy="1700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2E00DD-DDD4-ABA7-4DA8-E973366D105B}"/>
                </a:ext>
              </a:extLst>
            </p:cNvPr>
            <p:cNvSpPr/>
            <p:nvPr/>
          </p:nvSpPr>
          <p:spPr>
            <a:xfrm>
              <a:off x="6331143" y="1222261"/>
              <a:ext cx="129415" cy="63948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8D42B3-3D36-0C87-6C2C-D072D09D6C4F}"/>
                </a:ext>
              </a:extLst>
            </p:cNvPr>
            <p:cNvSpPr/>
            <p:nvPr/>
          </p:nvSpPr>
          <p:spPr>
            <a:xfrm>
              <a:off x="6331143" y="3811509"/>
              <a:ext cx="129415" cy="63948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8D6FE55-8EA3-3B56-D8DA-635F37E31E00}"/>
              </a:ext>
            </a:extLst>
          </p:cNvPr>
          <p:cNvGrpSpPr/>
          <p:nvPr/>
        </p:nvGrpSpPr>
        <p:grpSpPr>
          <a:xfrm>
            <a:off x="3894884" y="550888"/>
            <a:ext cx="559034" cy="232067"/>
            <a:chOff x="4613069" y="550888"/>
            <a:chExt cx="559034" cy="232067"/>
          </a:xfrm>
        </p:grpSpPr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BBC9D239-67F4-7516-990B-0D8F2C27E788}"/>
                </a:ext>
              </a:extLst>
            </p:cNvPr>
            <p:cNvSpPr/>
            <p:nvPr/>
          </p:nvSpPr>
          <p:spPr>
            <a:xfrm rot="5400000">
              <a:off x="4867823" y="734187"/>
              <a:ext cx="49527" cy="48010"/>
            </a:xfrm>
            <a:prstGeom prst="leftBrace">
              <a:avLst>
                <a:gd name="adj1" fmla="val 56401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0DF267B-7FE4-5D77-5776-DDF5FE1C7A09}"/>
                </a:ext>
              </a:extLst>
            </p:cNvPr>
            <p:cNvSpPr txBox="1"/>
            <p:nvPr/>
          </p:nvSpPr>
          <p:spPr>
            <a:xfrm>
              <a:off x="4613069" y="550888"/>
              <a:ext cx="55903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SSB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2D77514-29A4-2B24-9B6A-AD1A463DFD45}"/>
              </a:ext>
            </a:extLst>
          </p:cNvPr>
          <p:cNvGrpSpPr/>
          <p:nvPr/>
        </p:nvGrpSpPr>
        <p:grpSpPr>
          <a:xfrm>
            <a:off x="4252605" y="551191"/>
            <a:ext cx="1272475" cy="4144559"/>
            <a:chOff x="5274822" y="578355"/>
            <a:chExt cx="1272475" cy="4144559"/>
          </a:xfrm>
        </p:grpSpPr>
        <p:sp>
          <p:nvSpPr>
            <p:cNvPr id="145" name="Trapezoid 144">
              <a:extLst>
                <a:ext uri="{FF2B5EF4-FFF2-40B4-BE49-F238E27FC236}">
                  <a16:creationId xmlns:a16="http://schemas.microsoft.com/office/drawing/2014/main" id="{F62A21B2-1BFD-DA41-6E19-C2D57B3F9486}"/>
                </a:ext>
              </a:extLst>
            </p:cNvPr>
            <p:cNvSpPr/>
            <p:nvPr/>
          </p:nvSpPr>
          <p:spPr>
            <a:xfrm rot="16200000">
              <a:off x="3470873" y="2425473"/>
              <a:ext cx="4027742" cy="419843"/>
            </a:xfrm>
            <a:prstGeom prst="trapezoid">
              <a:avLst>
                <a:gd name="adj" fmla="val 9498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C00C360-DC31-A75E-6FD8-149655A6D096}"/>
                </a:ext>
              </a:extLst>
            </p:cNvPr>
            <p:cNvGrpSpPr/>
            <p:nvPr/>
          </p:nvGrpSpPr>
          <p:grpSpPr>
            <a:xfrm>
              <a:off x="5635696" y="578355"/>
              <a:ext cx="911601" cy="4144559"/>
              <a:chOff x="5635696" y="578355"/>
              <a:chExt cx="911601" cy="4144559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4A4B6AF-5376-9F3D-D1CE-529B740ACAA1}"/>
                  </a:ext>
                </a:extLst>
              </p:cNvPr>
              <p:cNvSpPr/>
              <p:nvPr/>
            </p:nvSpPr>
            <p:spPr>
              <a:xfrm>
                <a:off x="5684040" y="594160"/>
                <a:ext cx="770364" cy="4125153"/>
              </a:xfrm>
              <a:prstGeom prst="roundRect">
                <a:avLst>
                  <a:gd name="adj" fmla="val 761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8" name="Group 1167">
                <a:extLst>
                  <a:ext uri="{FF2B5EF4-FFF2-40B4-BE49-F238E27FC236}">
                    <a16:creationId xmlns:a16="http://schemas.microsoft.com/office/drawing/2014/main" id="{4B4AE548-D479-3792-3089-F115A57F77BC}"/>
                  </a:ext>
                </a:extLst>
              </p:cNvPr>
              <p:cNvGrpSpPr/>
              <p:nvPr/>
            </p:nvGrpSpPr>
            <p:grpSpPr>
              <a:xfrm>
                <a:off x="5740098" y="578355"/>
                <a:ext cx="676526" cy="3634013"/>
                <a:chOff x="5743373" y="818885"/>
                <a:chExt cx="676526" cy="3634013"/>
              </a:xfrm>
            </p:grpSpPr>
            <p:grpSp>
              <p:nvGrpSpPr>
                <p:cNvPr id="1163" name="Group 1162">
                  <a:extLst>
                    <a:ext uri="{FF2B5EF4-FFF2-40B4-BE49-F238E27FC236}">
                      <a16:creationId xmlns:a16="http://schemas.microsoft.com/office/drawing/2014/main" id="{AEA7498A-1C53-294C-9802-800898BAFFCC}"/>
                    </a:ext>
                  </a:extLst>
                </p:cNvPr>
                <p:cNvGrpSpPr/>
                <p:nvPr/>
              </p:nvGrpSpPr>
              <p:grpSpPr>
                <a:xfrm>
                  <a:off x="5743373" y="1228254"/>
                  <a:ext cx="676526" cy="3224644"/>
                  <a:chOff x="6055266" y="1226349"/>
                  <a:chExt cx="571629" cy="3224644"/>
                </a:xfrm>
              </p:grpSpPr>
              <p:grpSp>
                <p:nvGrpSpPr>
                  <p:cNvPr id="1143" name="Group 1142">
                    <a:extLst>
                      <a:ext uri="{FF2B5EF4-FFF2-40B4-BE49-F238E27FC236}">
                        <a16:creationId xmlns:a16="http://schemas.microsoft.com/office/drawing/2014/main" id="{E68F0310-E9D0-CB47-07D7-A9C45E127FE2}"/>
                      </a:ext>
                    </a:extLst>
                  </p:cNvPr>
                  <p:cNvGrpSpPr/>
                  <p:nvPr/>
                </p:nvGrpSpPr>
                <p:grpSpPr>
                  <a:xfrm>
                    <a:off x="6055266" y="1950534"/>
                    <a:ext cx="182039" cy="1766829"/>
                    <a:chOff x="6383182" y="1950533"/>
                    <a:chExt cx="182039" cy="1766829"/>
                  </a:xfrm>
                </p:grpSpPr>
                <p:sp>
                  <p:nvSpPr>
                    <p:cNvPr id="1144" name="Rectangle 1143">
                      <a:extLst>
                        <a:ext uri="{FF2B5EF4-FFF2-40B4-BE49-F238E27FC236}">
                          <a16:creationId xmlns:a16="http://schemas.microsoft.com/office/drawing/2014/main" id="{FE86CF44-250D-89D8-B097-5B453B2E33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334" y="1983623"/>
                      <a:ext cx="129415" cy="1700647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45" name="TextBox 1144">
                      <a:extLst>
                        <a:ext uri="{FF2B5EF4-FFF2-40B4-BE49-F238E27FC236}">
                          <a16:creationId xmlns:a16="http://schemas.microsoft.com/office/drawing/2014/main" id="{9722902F-0111-A10D-886B-C32155513109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5590787" y="2742928"/>
                      <a:ext cx="1766829" cy="18203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Synchronization Signal (PSS)</a:t>
                      </a:r>
                    </a:p>
                  </p:txBody>
                </p:sp>
              </p:grpSp>
              <p:grpSp>
                <p:nvGrpSpPr>
                  <p:cNvPr id="1152" name="Group 1151">
                    <a:extLst>
                      <a:ext uri="{FF2B5EF4-FFF2-40B4-BE49-F238E27FC236}">
                        <a16:creationId xmlns:a16="http://schemas.microsoft.com/office/drawing/2014/main" id="{FA150F4A-0D37-A789-CEA3-C297CABD8999}"/>
                      </a:ext>
                    </a:extLst>
                  </p:cNvPr>
                  <p:cNvGrpSpPr/>
                  <p:nvPr/>
                </p:nvGrpSpPr>
                <p:grpSpPr>
                  <a:xfrm>
                    <a:off x="6444856" y="1226349"/>
                    <a:ext cx="182039" cy="3224644"/>
                    <a:chOff x="6383184" y="1983623"/>
                    <a:chExt cx="182039" cy="1700647"/>
                  </a:xfrm>
                </p:grpSpPr>
                <p:sp>
                  <p:nvSpPr>
                    <p:cNvPr id="1153" name="Rectangle 1152">
                      <a:extLst>
                        <a:ext uri="{FF2B5EF4-FFF2-40B4-BE49-F238E27FC236}">
                          <a16:creationId xmlns:a16="http://schemas.microsoft.com/office/drawing/2014/main" id="{19957347-C67E-431A-3D6C-D4183C1154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334" y="1983623"/>
                      <a:ext cx="129415" cy="1700647"/>
                    </a:xfrm>
                    <a:prstGeom prst="rect">
                      <a:avLst/>
                    </a:prstGeom>
                    <a:solidFill>
                      <a:srgbClr val="FFCCCC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54" name="TextBox 1153">
                      <a:extLst>
                        <a:ext uri="{FF2B5EF4-FFF2-40B4-BE49-F238E27FC236}">
                          <a16:creationId xmlns:a16="http://schemas.microsoft.com/office/drawing/2014/main" id="{922E58F7-BB41-75D3-EC4B-6DD51CA1E7B2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6026898" y="2742926"/>
                      <a:ext cx="894611" cy="18203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Broadcast Channel (PBCH)</a:t>
                      </a:r>
                    </a:p>
                  </p:txBody>
                </p:sp>
              </p:grpSp>
              <p:grpSp>
                <p:nvGrpSpPr>
                  <p:cNvPr id="1146" name="Group 1145">
                    <a:extLst>
                      <a:ext uri="{FF2B5EF4-FFF2-40B4-BE49-F238E27FC236}">
                        <a16:creationId xmlns:a16="http://schemas.microsoft.com/office/drawing/2014/main" id="{93095A29-8750-098E-75C9-B9B67FFB75ED}"/>
                      </a:ext>
                    </a:extLst>
                  </p:cNvPr>
                  <p:cNvGrpSpPr/>
                  <p:nvPr/>
                </p:nvGrpSpPr>
                <p:grpSpPr>
                  <a:xfrm>
                    <a:off x="6185129" y="1226349"/>
                    <a:ext cx="182039" cy="3224644"/>
                    <a:chOff x="6383184" y="1983623"/>
                    <a:chExt cx="182039" cy="1700647"/>
                  </a:xfrm>
                </p:grpSpPr>
                <p:sp>
                  <p:nvSpPr>
                    <p:cNvPr id="1147" name="Rectangle 1146">
                      <a:extLst>
                        <a:ext uri="{FF2B5EF4-FFF2-40B4-BE49-F238E27FC236}">
                          <a16:creationId xmlns:a16="http://schemas.microsoft.com/office/drawing/2014/main" id="{BF65A547-EC1E-5591-88A7-D3551C967C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334" y="1983623"/>
                      <a:ext cx="129415" cy="1700647"/>
                    </a:xfrm>
                    <a:prstGeom prst="rect">
                      <a:avLst/>
                    </a:prstGeom>
                    <a:solidFill>
                      <a:srgbClr val="FFCCCC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48" name="TextBox 1147">
                      <a:extLst>
                        <a:ext uri="{FF2B5EF4-FFF2-40B4-BE49-F238E27FC236}">
                          <a16:creationId xmlns:a16="http://schemas.microsoft.com/office/drawing/2014/main" id="{3DD1FBC4-1611-A19E-77CF-53FC01A3CF10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6026898" y="2742926"/>
                      <a:ext cx="894611" cy="18203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Broadcast Channel (PBCH)</a:t>
                      </a:r>
                    </a:p>
                  </p:txBody>
                </p:sp>
              </p:grpSp>
              <p:grpSp>
                <p:nvGrpSpPr>
                  <p:cNvPr id="1149" name="Group 1148">
                    <a:extLst>
                      <a:ext uri="{FF2B5EF4-FFF2-40B4-BE49-F238E27FC236}">
                        <a16:creationId xmlns:a16="http://schemas.microsoft.com/office/drawing/2014/main" id="{3F63D5D2-C340-C74F-40D0-CBD27E06BED1}"/>
                      </a:ext>
                    </a:extLst>
                  </p:cNvPr>
                  <p:cNvGrpSpPr/>
                  <p:nvPr/>
                </p:nvGrpSpPr>
                <p:grpSpPr>
                  <a:xfrm>
                    <a:off x="6314994" y="1900038"/>
                    <a:ext cx="182039" cy="1867819"/>
                    <a:chOff x="6383191" y="1900038"/>
                    <a:chExt cx="182039" cy="1867819"/>
                  </a:xfrm>
                </p:grpSpPr>
                <p:sp>
                  <p:nvSpPr>
                    <p:cNvPr id="1150" name="Rectangle 1149">
                      <a:extLst>
                        <a:ext uri="{FF2B5EF4-FFF2-40B4-BE49-F238E27FC236}">
                          <a16:creationId xmlns:a16="http://schemas.microsoft.com/office/drawing/2014/main" id="{15F98693-760B-A13F-BE05-F5152AAD16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334" y="1983623"/>
                      <a:ext cx="129415" cy="1700647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51" name="TextBox 1150">
                      <a:extLst>
                        <a:ext uri="{FF2B5EF4-FFF2-40B4-BE49-F238E27FC236}">
                          <a16:creationId xmlns:a16="http://schemas.microsoft.com/office/drawing/2014/main" id="{2C30260C-54F8-2788-18E0-364B8FFBD0AE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5540301" y="2742928"/>
                      <a:ext cx="1867819" cy="18203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Secondary Synchronization Signal (SSS)</a:t>
                      </a:r>
                    </a:p>
                  </p:txBody>
                </p:sp>
              </p:grpSp>
              <p:grpSp>
                <p:nvGrpSpPr>
                  <p:cNvPr id="1155" name="Group 1154">
                    <a:extLst>
                      <a:ext uri="{FF2B5EF4-FFF2-40B4-BE49-F238E27FC236}">
                        <a16:creationId xmlns:a16="http://schemas.microsoft.com/office/drawing/2014/main" id="{DFE1BE59-6330-6ABE-BE52-85F9C9E95A5C}"/>
                      </a:ext>
                    </a:extLst>
                  </p:cNvPr>
                  <p:cNvGrpSpPr/>
                  <p:nvPr/>
                </p:nvGrpSpPr>
                <p:grpSpPr>
                  <a:xfrm>
                    <a:off x="6314993" y="1227341"/>
                    <a:ext cx="182039" cy="639484"/>
                    <a:chOff x="6383184" y="1983623"/>
                    <a:chExt cx="182039" cy="1700647"/>
                  </a:xfrm>
                </p:grpSpPr>
                <p:sp>
                  <p:nvSpPr>
                    <p:cNvPr id="1156" name="Rectangle 1155">
                      <a:extLst>
                        <a:ext uri="{FF2B5EF4-FFF2-40B4-BE49-F238E27FC236}">
                          <a16:creationId xmlns:a16="http://schemas.microsoft.com/office/drawing/2014/main" id="{F16E1B4B-06C9-6F6E-207A-44382A0A50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334" y="1983623"/>
                      <a:ext cx="129415" cy="1700647"/>
                    </a:xfrm>
                    <a:prstGeom prst="rect">
                      <a:avLst/>
                    </a:prstGeom>
                    <a:solidFill>
                      <a:srgbClr val="FFCCCC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57" name="TextBox 1156">
                      <a:extLst>
                        <a:ext uri="{FF2B5EF4-FFF2-40B4-BE49-F238E27FC236}">
                          <a16:creationId xmlns:a16="http://schemas.microsoft.com/office/drawing/2014/main" id="{8F6B8D77-48AF-C686-1481-558DAA2B2BDF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5870559" y="2742922"/>
                      <a:ext cx="1207290" cy="18203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PBCH</a:t>
                      </a:r>
                    </a:p>
                  </p:txBody>
                </p:sp>
              </p:grpSp>
              <p:grpSp>
                <p:nvGrpSpPr>
                  <p:cNvPr id="1158" name="Group 1157">
                    <a:extLst>
                      <a:ext uri="{FF2B5EF4-FFF2-40B4-BE49-F238E27FC236}">
                        <a16:creationId xmlns:a16="http://schemas.microsoft.com/office/drawing/2014/main" id="{BCA2B779-DD7A-532D-1148-9F639F218528}"/>
                      </a:ext>
                    </a:extLst>
                  </p:cNvPr>
                  <p:cNvGrpSpPr/>
                  <p:nvPr/>
                </p:nvGrpSpPr>
                <p:grpSpPr>
                  <a:xfrm>
                    <a:off x="6314993" y="3811509"/>
                    <a:ext cx="182039" cy="639484"/>
                    <a:chOff x="6383184" y="1983623"/>
                    <a:chExt cx="182039" cy="1700647"/>
                  </a:xfrm>
                </p:grpSpPr>
                <p:sp>
                  <p:nvSpPr>
                    <p:cNvPr id="1159" name="Rectangle 1158">
                      <a:extLst>
                        <a:ext uri="{FF2B5EF4-FFF2-40B4-BE49-F238E27FC236}">
                          <a16:creationId xmlns:a16="http://schemas.microsoft.com/office/drawing/2014/main" id="{EF1B2ADF-4D5B-7A0C-AF77-FDB445A47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334" y="1983623"/>
                      <a:ext cx="129415" cy="1700647"/>
                    </a:xfrm>
                    <a:prstGeom prst="rect">
                      <a:avLst/>
                    </a:prstGeom>
                    <a:solidFill>
                      <a:srgbClr val="FFCCCC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60" name="TextBox 1159">
                      <a:extLst>
                        <a:ext uri="{FF2B5EF4-FFF2-40B4-BE49-F238E27FC236}">
                          <a16:creationId xmlns:a16="http://schemas.microsoft.com/office/drawing/2014/main" id="{0D6B9931-835A-46F7-D9C3-F407D8B6EBB6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5870559" y="2742922"/>
                      <a:ext cx="1207290" cy="18203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PBCH</a:t>
                      </a:r>
                    </a:p>
                  </p:txBody>
                </p:sp>
              </p:grpSp>
            </p:grpSp>
            <p:grpSp>
              <p:nvGrpSpPr>
                <p:cNvPr id="1166" name="Group 1165">
                  <a:extLst>
                    <a:ext uri="{FF2B5EF4-FFF2-40B4-BE49-F238E27FC236}">
                      <a16:creationId xmlns:a16="http://schemas.microsoft.com/office/drawing/2014/main" id="{D3EDF5A5-C1C3-1C91-DDCE-F6835CF54408}"/>
                    </a:ext>
                  </a:extLst>
                </p:cNvPr>
                <p:cNvGrpSpPr/>
                <p:nvPr/>
              </p:nvGrpSpPr>
              <p:grpSpPr>
                <a:xfrm>
                  <a:off x="5752651" y="818885"/>
                  <a:ext cx="634813" cy="268874"/>
                  <a:chOff x="5752651" y="818885"/>
                  <a:chExt cx="634813" cy="268874"/>
                </a:xfrm>
              </p:grpSpPr>
              <p:sp>
                <p:nvSpPr>
                  <p:cNvPr id="1164" name="Left Brace 1163">
                    <a:extLst>
                      <a:ext uri="{FF2B5EF4-FFF2-40B4-BE49-F238E27FC236}">
                        <a16:creationId xmlns:a16="http://schemas.microsoft.com/office/drawing/2014/main" id="{073B4E1B-ADE4-E0CA-D389-5FE68E7F05B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24557" y="724851"/>
                    <a:ext cx="91002" cy="634813"/>
                  </a:xfrm>
                  <a:prstGeom prst="leftBrace">
                    <a:avLst>
                      <a:gd name="adj1" fmla="val 56401"/>
                      <a:gd name="adj2" fmla="val 50000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5" name="TextBox 1164">
                    <a:extLst>
                      <a:ext uri="{FF2B5EF4-FFF2-40B4-BE49-F238E27FC236}">
                        <a16:creationId xmlns:a16="http://schemas.microsoft.com/office/drawing/2014/main" id="{127F7171-1852-C1A4-FEA6-1FDC6C28C7DD}"/>
                      </a:ext>
                    </a:extLst>
                  </p:cNvPr>
                  <p:cNvSpPr txBox="1"/>
                  <p:nvPr/>
                </p:nvSpPr>
                <p:spPr>
                  <a:xfrm>
                    <a:off x="5790541" y="818885"/>
                    <a:ext cx="55903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SSB</a:t>
                    </a:r>
                  </a:p>
                </p:txBody>
              </p:sp>
            </p:grp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0B2B49C-0161-CCC1-F58A-E17D112F95B3}"/>
                  </a:ext>
                </a:extLst>
              </p:cNvPr>
              <p:cNvGrpSpPr/>
              <p:nvPr/>
            </p:nvGrpSpPr>
            <p:grpSpPr>
              <a:xfrm>
                <a:off x="5635696" y="4174270"/>
                <a:ext cx="911601" cy="548644"/>
                <a:chOff x="5635696" y="4174270"/>
                <a:chExt cx="911601" cy="548644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46BDDE-EDC2-0404-3D27-4EC62CF9939E}"/>
                    </a:ext>
                  </a:extLst>
                </p:cNvPr>
                <p:cNvSpPr txBox="1"/>
                <p:nvPr/>
              </p:nvSpPr>
              <p:spPr>
                <a:xfrm>
                  <a:off x="5635696" y="4415137"/>
                  <a:ext cx="91160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Symbol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89AAC21-7BE9-94BE-46D8-2E1F5E3C1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84040" y="4440555"/>
                  <a:ext cx="77036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CA7199B-6A96-FDD2-D1CC-1FB1FDC4DDCF}"/>
                    </a:ext>
                  </a:extLst>
                </p:cNvPr>
                <p:cNvSpPr txBox="1"/>
                <p:nvPr/>
              </p:nvSpPr>
              <p:spPr>
                <a:xfrm>
                  <a:off x="5759764" y="4174270"/>
                  <a:ext cx="1335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C56D00-4F9A-3819-108F-813815892688}"/>
                    </a:ext>
                  </a:extLst>
                </p:cNvPr>
                <p:cNvSpPr txBox="1"/>
                <p:nvPr/>
              </p:nvSpPr>
              <p:spPr>
                <a:xfrm>
                  <a:off x="5916973" y="4174270"/>
                  <a:ext cx="1335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31E106-258D-EF36-98D8-4E9711C6B385}"/>
                    </a:ext>
                  </a:extLst>
                </p:cNvPr>
                <p:cNvSpPr txBox="1"/>
                <p:nvPr/>
              </p:nvSpPr>
              <p:spPr>
                <a:xfrm>
                  <a:off x="6074182" y="4174270"/>
                  <a:ext cx="1335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3F17DA5-EA23-403A-F1B1-9A0C1DADF554}"/>
                    </a:ext>
                  </a:extLst>
                </p:cNvPr>
                <p:cNvSpPr txBox="1"/>
                <p:nvPr/>
              </p:nvSpPr>
              <p:spPr>
                <a:xfrm>
                  <a:off x="6231391" y="4174270"/>
                  <a:ext cx="1335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EECF7234-0A83-67D4-1DA5-EC832A97E2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3352" y="4408170"/>
                  <a:ext cx="0" cy="622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C383A33A-63C0-7DA2-CF57-339B54B1D5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1615" y="4408170"/>
                  <a:ext cx="0" cy="622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E059D5E-873A-4EB9-C22F-574B682213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9878" y="4408170"/>
                  <a:ext cx="0" cy="622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B8C5C4A-7E14-53A3-80EF-A3C136BC1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98142" y="4408170"/>
                  <a:ext cx="0" cy="622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DA5410B-532A-2A3C-2AF4-D91C77837154}"/>
              </a:ext>
            </a:extLst>
          </p:cNvPr>
          <p:cNvGrpSpPr/>
          <p:nvPr/>
        </p:nvGrpSpPr>
        <p:grpSpPr>
          <a:xfrm>
            <a:off x="7325809" y="982299"/>
            <a:ext cx="45719" cy="3228732"/>
            <a:chOff x="6071418" y="1222261"/>
            <a:chExt cx="519003" cy="3228732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73B78271-442F-4A83-CEA8-FA22DD68DFC1}"/>
                </a:ext>
              </a:extLst>
            </p:cNvPr>
            <p:cNvSpPr/>
            <p:nvPr/>
          </p:nvSpPr>
          <p:spPr>
            <a:xfrm>
              <a:off x="6071418" y="1983624"/>
              <a:ext cx="129415" cy="17006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9CE5248-DE35-98DE-AC14-613DD188612F}"/>
                </a:ext>
              </a:extLst>
            </p:cNvPr>
            <p:cNvSpPr/>
            <p:nvPr/>
          </p:nvSpPr>
          <p:spPr>
            <a:xfrm>
              <a:off x="6461006" y="1226349"/>
              <a:ext cx="129415" cy="322464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C932761A-C2E9-D190-0F1C-21975A9EACBA}"/>
                </a:ext>
              </a:extLst>
            </p:cNvPr>
            <p:cNvSpPr/>
            <p:nvPr/>
          </p:nvSpPr>
          <p:spPr>
            <a:xfrm>
              <a:off x="6201280" y="1226349"/>
              <a:ext cx="129415" cy="322464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DA7516C-8083-100B-7A3F-E67CDE613EC6}"/>
                </a:ext>
              </a:extLst>
            </p:cNvPr>
            <p:cNvSpPr/>
            <p:nvPr/>
          </p:nvSpPr>
          <p:spPr>
            <a:xfrm>
              <a:off x="6331136" y="1983623"/>
              <a:ext cx="129415" cy="1700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672556DB-06BC-49E0-9F2C-0CDAD3814956}"/>
                </a:ext>
              </a:extLst>
            </p:cNvPr>
            <p:cNvSpPr/>
            <p:nvPr/>
          </p:nvSpPr>
          <p:spPr>
            <a:xfrm>
              <a:off x="6331143" y="1222261"/>
              <a:ext cx="129415" cy="63948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4D608F7-ED9F-DD28-EA97-B18AE852D1B2}"/>
                </a:ext>
              </a:extLst>
            </p:cNvPr>
            <p:cNvSpPr/>
            <p:nvPr/>
          </p:nvSpPr>
          <p:spPr>
            <a:xfrm>
              <a:off x="6331143" y="3811509"/>
              <a:ext cx="129415" cy="63948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F4407F71-5FE4-86DC-EC6A-C2DC44F15974}"/>
              </a:ext>
            </a:extLst>
          </p:cNvPr>
          <p:cNvGrpSpPr/>
          <p:nvPr/>
        </p:nvGrpSpPr>
        <p:grpSpPr>
          <a:xfrm>
            <a:off x="10508039" y="982299"/>
            <a:ext cx="45719" cy="3228732"/>
            <a:chOff x="6071418" y="1222261"/>
            <a:chExt cx="519003" cy="3228732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AE4EC3EB-D7DC-EEE6-FB18-8EC9E9D147F2}"/>
                </a:ext>
              </a:extLst>
            </p:cNvPr>
            <p:cNvSpPr/>
            <p:nvPr/>
          </p:nvSpPr>
          <p:spPr>
            <a:xfrm>
              <a:off x="6071418" y="1983624"/>
              <a:ext cx="129415" cy="17006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B2A6F6AD-E9F3-A745-2F73-4911BF3A7846}"/>
                </a:ext>
              </a:extLst>
            </p:cNvPr>
            <p:cNvSpPr/>
            <p:nvPr/>
          </p:nvSpPr>
          <p:spPr>
            <a:xfrm>
              <a:off x="6461006" y="1226349"/>
              <a:ext cx="129415" cy="322464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FA9BC4C-0168-142A-63EC-7A0595D2B679}"/>
                </a:ext>
              </a:extLst>
            </p:cNvPr>
            <p:cNvSpPr/>
            <p:nvPr/>
          </p:nvSpPr>
          <p:spPr>
            <a:xfrm>
              <a:off x="6201280" y="1226349"/>
              <a:ext cx="129415" cy="322464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2B7742A-1D3F-66D1-0275-3A70E4C89EA8}"/>
                </a:ext>
              </a:extLst>
            </p:cNvPr>
            <p:cNvSpPr/>
            <p:nvPr/>
          </p:nvSpPr>
          <p:spPr>
            <a:xfrm>
              <a:off x="6331136" y="1983623"/>
              <a:ext cx="129415" cy="1700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503932F2-7FCB-8316-9B3B-5760AD1CEC6F}"/>
                </a:ext>
              </a:extLst>
            </p:cNvPr>
            <p:cNvSpPr/>
            <p:nvPr/>
          </p:nvSpPr>
          <p:spPr>
            <a:xfrm>
              <a:off x="6331143" y="1222261"/>
              <a:ext cx="129415" cy="63948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641F78B2-4339-2130-8F30-F8A1801F4A81}"/>
                </a:ext>
              </a:extLst>
            </p:cNvPr>
            <p:cNvSpPr/>
            <p:nvPr/>
          </p:nvSpPr>
          <p:spPr>
            <a:xfrm>
              <a:off x="6331141" y="3811509"/>
              <a:ext cx="129413" cy="639484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A603F83-C71C-5714-E5D5-02FE0AE21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1778"/>
              </p:ext>
            </p:extLst>
          </p:nvPr>
        </p:nvGraphicFramePr>
        <p:xfrm>
          <a:off x="7048985" y="1313545"/>
          <a:ext cx="3293391" cy="1920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12207">
                  <a:extLst>
                    <a:ext uri="{9D8B030D-6E8A-4147-A177-3AD203B41FA5}">
                      <a16:colId xmlns:a16="http://schemas.microsoft.com/office/drawing/2014/main" val="363230964"/>
                    </a:ext>
                  </a:extLst>
                </a:gridCol>
                <a:gridCol w="751048">
                  <a:extLst>
                    <a:ext uri="{9D8B030D-6E8A-4147-A177-3AD203B41FA5}">
                      <a16:colId xmlns:a16="http://schemas.microsoft.com/office/drawing/2014/main" val="4244402070"/>
                    </a:ext>
                  </a:extLst>
                </a:gridCol>
                <a:gridCol w="712794">
                  <a:extLst>
                    <a:ext uri="{9D8B030D-6E8A-4147-A177-3AD203B41FA5}">
                      <a16:colId xmlns:a16="http://schemas.microsoft.com/office/drawing/2014/main" val="957617228"/>
                    </a:ext>
                  </a:extLst>
                </a:gridCol>
                <a:gridCol w="917342">
                  <a:extLst>
                    <a:ext uri="{9D8B030D-6E8A-4147-A177-3AD203B41FA5}">
                      <a16:colId xmlns:a16="http://schemas.microsoft.com/office/drawing/2014/main" val="2112054286"/>
                    </a:ext>
                  </a:extLst>
                </a:gridCol>
              </a:tblGrid>
              <a:tr h="362551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Slots per Subframe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Slots per Frame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Subcarrier Spacing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50133"/>
                  </a:ext>
                </a:extLst>
              </a:tr>
              <a:tr h="22012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 (LTE)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kHz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808680"/>
                  </a:ext>
                </a:extLst>
              </a:tr>
              <a:tr h="220120">
                <a:tc>
                  <a:txBody>
                    <a:bodyPr/>
                    <a:lstStyle/>
                    <a:p>
                      <a:pPr algn="ctr"/>
                      <a:r>
                        <a:rPr lang="el-GR" sz="10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0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kHz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4158"/>
                  </a:ext>
                </a:extLst>
              </a:tr>
              <a:tr h="22012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 kHz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480400"/>
                  </a:ext>
                </a:extLst>
              </a:tr>
              <a:tr h="22012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kHz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56930"/>
                  </a:ext>
                </a:extLst>
              </a:tr>
              <a:tr h="22012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 kHz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126058"/>
                  </a:ext>
                </a:extLst>
              </a:tr>
              <a:tr h="22012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 kHz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111422"/>
                  </a:ext>
                </a:extLst>
              </a:tr>
            </a:tbl>
          </a:graphicData>
        </a:graphic>
      </p:graphicFrame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A44E190-AB54-6A75-AC66-BC3B8DD0A5AF}"/>
              </a:ext>
            </a:extLst>
          </p:cNvPr>
          <p:cNvGrpSpPr/>
          <p:nvPr/>
        </p:nvGrpSpPr>
        <p:grpSpPr>
          <a:xfrm>
            <a:off x="4161796" y="251133"/>
            <a:ext cx="6355517" cy="299755"/>
            <a:chOff x="4119534" y="251133"/>
            <a:chExt cx="6397780" cy="299755"/>
          </a:xfrm>
        </p:grpSpPr>
        <p:sp>
          <p:nvSpPr>
            <p:cNvPr id="1242" name="TextBox 1241">
              <a:extLst>
                <a:ext uri="{FF2B5EF4-FFF2-40B4-BE49-F238E27FC236}">
                  <a16:creationId xmlns:a16="http://schemas.microsoft.com/office/drawing/2014/main" id="{A06850BD-EBF6-E206-2869-F99416666C95}"/>
                </a:ext>
              </a:extLst>
            </p:cNvPr>
            <p:cNvSpPr txBox="1"/>
            <p:nvPr/>
          </p:nvSpPr>
          <p:spPr>
            <a:xfrm>
              <a:off x="4288454" y="251133"/>
              <a:ext cx="6059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 SSB every 5 </a:t>
              </a:r>
              <a:r>
                <a:rPr lang="en-US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ms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(0.5 frames)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10 </a:t>
              </a:r>
              <a:r>
                <a:rPr lang="en-US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ms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 frame)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20 </a:t>
              </a:r>
              <a:r>
                <a:rPr lang="en-US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ms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 frames)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40 </a:t>
              </a:r>
              <a:r>
                <a:rPr lang="en-US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ms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 frames)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80 </a:t>
              </a:r>
              <a:r>
                <a:rPr lang="en-US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ms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(8 frames)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or 160 </a:t>
              </a:r>
              <a:r>
                <a:rPr lang="en-US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ms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(16 frames)</a:t>
              </a:r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EAFB91BF-8148-142A-EDB6-CE55F00F81E1}"/>
                </a:ext>
              </a:extLst>
            </p:cNvPr>
            <p:cNvGrpSpPr/>
            <p:nvPr/>
          </p:nvGrpSpPr>
          <p:grpSpPr>
            <a:xfrm>
              <a:off x="4119534" y="429005"/>
              <a:ext cx="6397780" cy="121883"/>
              <a:chOff x="4155978" y="429005"/>
              <a:chExt cx="6397780" cy="121883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A05DFA48-D044-C522-F515-4F8D77396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4868" y="456027"/>
                <a:ext cx="0" cy="94861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4" name="Left Brace 213">
                <a:extLst>
                  <a:ext uri="{FF2B5EF4-FFF2-40B4-BE49-F238E27FC236}">
                    <a16:creationId xmlns:a16="http://schemas.microsoft.com/office/drawing/2014/main" id="{7E481030-839A-7A4A-DFC1-9473503A8EA7}"/>
                  </a:ext>
                </a:extLst>
              </p:cNvPr>
              <p:cNvSpPr/>
              <p:nvPr/>
            </p:nvSpPr>
            <p:spPr>
              <a:xfrm rot="5400000">
                <a:off x="7309367" y="-2724384"/>
                <a:ext cx="91002" cy="6397780"/>
              </a:xfrm>
              <a:prstGeom prst="leftBrace">
                <a:avLst>
                  <a:gd name="adj1" fmla="val 56401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498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302</Words>
  <Application>Microsoft Office PowerPoint</Application>
  <PresentationFormat>Widescreen</PresentationFormat>
  <Paragraphs>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Wuthier, Simeon J. (Assoc)</dc:creator>
  <cp:lastModifiedBy>Wuthier, Simeon J. (Assoc)</cp:lastModifiedBy>
  <cp:revision>31</cp:revision>
  <cp:lastPrinted>2025-06-20T15:31:08Z</cp:lastPrinted>
  <dcterms:created xsi:type="dcterms:W3CDTF">2025-06-19T16:08:22Z</dcterms:created>
  <dcterms:modified xsi:type="dcterms:W3CDTF">2025-06-20T21:28:08Z</dcterms:modified>
</cp:coreProperties>
</file>